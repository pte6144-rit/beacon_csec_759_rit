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5"/>
    <p:sldMasterId id="214748369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y="6858000" cx="12192000"/>
  <p:notesSz cx="6858000" cy="9144000"/>
  <p:embeddedFontLst>
    <p:embeddedFont>
      <p:font typeface="Red Hat Display SemiBold"/>
      <p:regular r:id="rId51"/>
      <p:bold r:id="rId52"/>
      <p:italic r:id="rId53"/>
      <p:boldItalic r:id="rId54"/>
    </p:embeddedFont>
    <p:embeddedFont>
      <p:font typeface="Red Hat Display Medium"/>
      <p:regular r:id="rId55"/>
      <p:bold r:id="rId56"/>
      <p:italic r:id="rId57"/>
      <p:boldItalic r:id="rId58"/>
    </p:embeddedFont>
    <p:embeddedFont>
      <p:font typeface="Red Hat Display"/>
      <p:regular r:id="rId59"/>
      <p:bold r:id="rId60"/>
      <p:italic r:id="rId61"/>
      <p:boldItalic r:id="rId62"/>
    </p:embeddedFont>
    <p:embeddedFont>
      <p:font typeface="Roboto Mono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F3DB02-413B-42F1-A74C-54D8F323A36D}">
  <a:tblStyle styleId="{98F3DB02-413B-42F1-A74C-54D8F323A3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RedHatDisplay-boldItalic.fntdata"/><Relationship Id="rId61" Type="http://schemas.openxmlformats.org/officeDocument/2006/relationships/font" Target="fonts/RedHatDisplay-italic.fntdata"/><Relationship Id="rId20" Type="http://schemas.openxmlformats.org/officeDocument/2006/relationships/slide" Target="slides/slide13.xml"/><Relationship Id="rId64" Type="http://schemas.openxmlformats.org/officeDocument/2006/relationships/font" Target="fonts/RobotoMono-bold.fntdata"/><Relationship Id="rId63" Type="http://schemas.openxmlformats.org/officeDocument/2006/relationships/font" Target="fonts/RobotoMono-regular.fntdata"/><Relationship Id="rId22" Type="http://schemas.openxmlformats.org/officeDocument/2006/relationships/slide" Target="slides/slide15.xml"/><Relationship Id="rId66" Type="http://schemas.openxmlformats.org/officeDocument/2006/relationships/font" Target="fonts/RobotoMono-boldItalic.fntdata"/><Relationship Id="rId21" Type="http://schemas.openxmlformats.org/officeDocument/2006/relationships/slide" Target="slides/slide14.xml"/><Relationship Id="rId65" Type="http://schemas.openxmlformats.org/officeDocument/2006/relationships/font" Target="fonts/RobotoMono-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RedHatDisplay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RedHatDisplaySemiBold-regular.fntdata"/><Relationship Id="rId50" Type="http://schemas.openxmlformats.org/officeDocument/2006/relationships/slide" Target="slides/slide43.xml"/><Relationship Id="rId53" Type="http://schemas.openxmlformats.org/officeDocument/2006/relationships/font" Target="fonts/RedHatDisplaySemiBold-italic.fntdata"/><Relationship Id="rId52" Type="http://schemas.openxmlformats.org/officeDocument/2006/relationships/font" Target="fonts/RedHatDisplaySemiBold-bold.fntdata"/><Relationship Id="rId11" Type="http://schemas.openxmlformats.org/officeDocument/2006/relationships/slide" Target="slides/slide4.xml"/><Relationship Id="rId55" Type="http://schemas.openxmlformats.org/officeDocument/2006/relationships/font" Target="fonts/RedHatDisplayMedium-regular.fntdata"/><Relationship Id="rId10" Type="http://schemas.openxmlformats.org/officeDocument/2006/relationships/slide" Target="slides/slide3.xml"/><Relationship Id="rId54" Type="http://schemas.openxmlformats.org/officeDocument/2006/relationships/font" Target="fonts/RedHatDisplaySemiBold-boldItalic.fntdata"/><Relationship Id="rId13" Type="http://schemas.openxmlformats.org/officeDocument/2006/relationships/slide" Target="slides/slide6.xml"/><Relationship Id="rId57" Type="http://schemas.openxmlformats.org/officeDocument/2006/relationships/font" Target="fonts/RedHatDisplayMedium-italic.fntdata"/><Relationship Id="rId12" Type="http://schemas.openxmlformats.org/officeDocument/2006/relationships/slide" Target="slides/slide5.xml"/><Relationship Id="rId56" Type="http://schemas.openxmlformats.org/officeDocument/2006/relationships/font" Target="fonts/RedHatDisplayMedium-bold.fntdata"/><Relationship Id="rId15" Type="http://schemas.openxmlformats.org/officeDocument/2006/relationships/slide" Target="slides/slide8.xml"/><Relationship Id="rId59" Type="http://schemas.openxmlformats.org/officeDocument/2006/relationships/font" Target="fonts/RedHatDisplay-regular.fntdata"/><Relationship Id="rId14" Type="http://schemas.openxmlformats.org/officeDocument/2006/relationships/slide" Target="slides/slide7.xml"/><Relationship Id="rId58" Type="http://schemas.openxmlformats.org/officeDocument/2006/relationships/font" Target="fonts/RedHatDisplayMedium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6894bbe3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6894bbe3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6894bbe3b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6894bbe3b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6894bbe3b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6894bbe3b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Red Hat Display"/>
                <a:ea typeface="Red Hat Display"/>
                <a:cs typeface="Red Hat Display"/>
                <a:sym typeface="Red Hat Display"/>
              </a:rPr>
              <a:t>-program locations ex. (e.g., patches or vulnerable code)</a:t>
            </a:r>
            <a:br>
              <a:rPr lang="en-US" sz="1800">
                <a:latin typeface="Red Hat Display"/>
                <a:ea typeface="Red Hat Display"/>
                <a:cs typeface="Red Hat Display"/>
                <a:sym typeface="Red Hat Display"/>
              </a:rPr>
            </a:br>
            <a:r>
              <a:rPr lang="en-US" sz="1800">
                <a:latin typeface="Red Hat Display"/>
                <a:ea typeface="Red Hat Display"/>
                <a:cs typeface="Red Hat Display"/>
                <a:sym typeface="Red Hat Display"/>
              </a:rPr>
              <a:t>-infeasible-path explosion problem</a:t>
            </a:r>
            <a:r>
              <a:rPr lang="en-US" sz="1800">
                <a:latin typeface="Red Hat Display"/>
                <a:ea typeface="Red Hat Display"/>
                <a:cs typeface="Red Hat Display"/>
                <a:sym typeface="Red Hat Display"/>
              </a:rPr>
              <a:t>—executing paths that can never reach the target. </a:t>
            </a:r>
            <a:br>
              <a:rPr lang="en-US" sz="1800">
                <a:latin typeface="Red Hat Display"/>
                <a:ea typeface="Red Hat Display"/>
                <a:cs typeface="Red Hat Display"/>
                <a:sym typeface="Red Hat Display"/>
              </a:rPr>
            </a:br>
            <a:r>
              <a:rPr lang="en-US" sz="1800">
                <a:latin typeface="Red Hat Display"/>
                <a:ea typeface="Red Hat Display"/>
                <a:cs typeface="Red Hat Display"/>
                <a:sym typeface="Red Hat Display"/>
              </a:rPr>
              <a:t>-Directed grey box fuzzing is a widely adopted method but all current ones lack efficiency because of the problem above.</a:t>
            </a:r>
            <a:br>
              <a:rPr lang="en-US" sz="1800">
                <a:latin typeface="Red Hat Display"/>
                <a:ea typeface="Red Hat Display"/>
                <a:cs typeface="Red Hat Display"/>
                <a:sym typeface="Red Hat Display"/>
              </a:rPr>
            </a:br>
            <a:r>
              <a:rPr lang="en-US" sz="1800">
                <a:latin typeface="Red Hat Display"/>
                <a:ea typeface="Red Hat Display"/>
                <a:cs typeface="Red Hat Display"/>
                <a:sym typeface="Red Hat Display"/>
              </a:rPr>
              <a:t>-more than 95% of the inputs cannot reach the given program point in the 24-hour experiment mentioned in AFLGo</a:t>
            </a:r>
            <a:endParaRPr sz="18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6896d69fe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6896d69fe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6896d69fe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6896d69fe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6894bbe3b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6894bbe3b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6894bbe3bc_0_1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6894bbe3bc_0_1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interval domain because it is among the cheapest that can be computed via a featherweight static analysis. Can also be easily checked at runtime.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6894bbe3bc_0_1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6894bbe3bc_0_1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interval domain because it is among the cheapest that can be computed via a featherweight static analysis. Can also be easily checked at runtime.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6894bbe3bc_0_1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6894bbe3bc_0_1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interval domain because it is among the cheapest that can be computed via a featherweight static analysis. Can also be easily checked at runtime.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6896d69fe8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6896d69fe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6896d69fe8_0_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9118710bf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9118710bf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ex1:every execution reaching this point with the condition 5 &lt;= x &lt;=25 is aborted immediately after the variable w is defined.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ex2:assert(false), at Line 09 because this block cannot reach the target point through control flow.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9118710bff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9118710bf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39118710bff_0_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9118710bff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9118710bf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g39118710bff_0_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6896d69fe8_0_1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6896d69fe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g36896d69fe8_0_1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9118710bff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9118710bf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g39118710bff_0_8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9118710bff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9118710bf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g39118710bff_0_9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9118710bff_0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9118710bf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g39118710bff_0_1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9118710bff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9118710bf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g39118710bff_0_10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9118710bff_0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39118710bf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g39118710bff_0_1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9118710bff_0_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9118710bf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g39118710bff_0_1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6894bbe3bc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6894bbe3bc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9118710bff_0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9118710bf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g39118710bff_0_1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9118710bff_0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9118710bf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g39118710bff_0_1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9118710bff_0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9118710bf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g39118710bff_0_1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9118710bff_0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9118710bff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g39118710bff_0_1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9118710bff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39118710bff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9118710bff_0_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9118710bff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g39118710bff_0_1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9118710bff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9118710bff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9118710bff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9118710bff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9118710bff_0_1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9118710bff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g39118710bff_0_1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9118710bff_0_2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9118710bff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g39118710bff_0_2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9118710bff_0_2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9118710bff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g39118710bff_0_2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9118710bff_0_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9118710bff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g39118710bff_0_2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6894bbe3b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6894bbe3b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6896d69fe8_0_2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6896d69fe8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g36896d69fe8_0_2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6894bbe3b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6894bbe3b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6894bbe3bc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6894bbe3bc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6894bbe3bc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36894bbe3bc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6895ced9e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6895ced9e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Precondition analysis in BEACON is at most 5 hours, and, in many cases, it can complete in only a few minutes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BEACON detected 3, 9, and 2 incomplete patches in Binutils, Ming, and Lrzip, respectively, and 8 additional bugs, whereas AFLGo only detected 6 incomplete patches.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6894bbe3bc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6894bbe3bc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6895ced9e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6895ced9e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6895ced9e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6895ced9e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6895ced9ed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6895ced9e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g36895ced9ed_0_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F665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-1380888" y="-725215"/>
            <a:ext cx="5874927" cy="5874927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1216990" y="1053318"/>
            <a:ext cx="5874927" cy="5874927"/>
          </a:xfrm>
          <a:prstGeom prst="snip2DiagRect">
            <a:avLst>
              <a:gd fmla="val 0" name="adj1"/>
              <a:gd fmla="val 50000" name="adj2"/>
            </a:avLst>
          </a:prstGeom>
          <a:solidFill>
            <a:srgbClr val="FC6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1216990" y="1053318"/>
            <a:ext cx="3276600" cy="408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/>
          <p:nvPr>
            <p:ph idx="1" type="body"/>
          </p:nvPr>
        </p:nvSpPr>
        <p:spPr>
          <a:xfrm>
            <a:off x="0" y="5532754"/>
            <a:ext cx="12192000" cy="134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8959" y="145901"/>
            <a:ext cx="601912" cy="22994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 txBox="1"/>
          <p:nvPr>
            <p:ph type="title"/>
          </p:nvPr>
        </p:nvSpPr>
        <p:spPr>
          <a:xfrm>
            <a:off x="1277095" y="1193883"/>
            <a:ext cx="9434083" cy="2713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67"/>
              <a:buFont typeface="Arial"/>
              <a:buNone/>
              <a:defRPr b="1" i="0" sz="58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2"/>
          <p:cNvSpPr txBox="1"/>
          <p:nvPr>
            <p:ph idx="2" type="body"/>
          </p:nvPr>
        </p:nvSpPr>
        <p:spPr>
          <a:xfrm>
            <a:off x="6450447" y="4344682"/>
            <a:ext cx="380047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3" type="body"/>
          </p:nvPr>
        </p:nvSpPr>
        <p:spPr>
          <a:xfrm>
            <a:off x="6450446" y="4846579"/>
            <a:ext cx="380047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Overview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idx="1" type="body"/>
          </p:nvPr>
        </p:nvSpPr>
        <p:spPr>
          <a:xfrm>
            <a:off x="4336704" y="1741012"/>
            <a:ext cx="7525333" cy="622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2" type="body"/>
          </p:nvPr>
        </p:nvSpPr>
        <p:spPr>
          <a:xfrm>
            <a:off x="4328701" y="2560825"/>
            <a:ext cx="7533337" cy="2949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7954" lvl="0" marL="457200" marR="0" rtl="0" algn="l"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Noto Sans Symbols"/>
              <a:buChar char="▪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E4610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4045" lvl="2" marL="1371600" marR="0" rtl="0" algn="l">
              <a:spcBef>
                <a:spcPts val="427"/>
              </a:spcBef>
              <a:spcAft>
                <a:spcPts val="0"/>
              </a:spcAft>
              <a:buClr>
                <a:srgbClr val="E46102"/>
              </a:buClr>
              <a:buSzPts val="2133"/>
              <a:buFont typeface="Noto Sans Symbols"/>
              <a:buChar char="▪"/>
              <a:defRPr b="0" i="0" sz="21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7154" lvl="3" marL="1828800" marR="0" rtl="0" algn="l">
              <a:spcBef>
                <a:spcPts val="373"/>
              </a:spcBef>
              <a:spcAft>
                <a:spcPts val="0"/>
              </a:spcAft>
              <a:buClr>
                <a:srgbClr val="D95E00"/>
              </a:buClr>
              <a:buSzPts val="1867"/>
              <a:buFont typeface="NTR"/>
              <a:buChar char="&gt;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D95E00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93"/>
              </a:spcBef>
              <a:spcAft>
                <a:spcPts val="0"/>
              </a:spcAft>
              <a:buClr>
                <a:srgbClr val="D95E00"/>
              </a:buClr>
              <a:buSzPts val="1467"/>
              <a:buFont typeface="NTR"/>
              <a:buNone/>
              <a:defRPr b="0" i="0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67"/>
              </a:spcBef>
              <a:spcAft>
                <a:spcPts val="0"/>
              </a:spcAft>
              <a:buClr>
                <a:srgbClr val="D95E00"/>
              </a:buClr>
              <a:buSzPts val="1333"/>
              <a:buFont typeface="Noto Sans Symbols"/>
              <a:buNone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3" type="body"/>
          </p:nvPr>
        </p:nvSpPr>
        <p:spPr>
          <a:xfrm>
            <a:off x="0" y="5511800"/>
            <a:ext cx="12192000" cy="1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7" name="Google Shape;27;p3"/>
          <p:cNvCxnSpPr/>
          <p:nvPr/>
        </p:nvCxnSpPr>
        <p:spPr>
          <a:xfrm>
            <a:off x="272085" y="512494"/>
            <a:ext cx="2674747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3"/>
          <p:cNvCxnSpPr/>
          <p:nvPr/>
        </p:nvCxnSpPr>
        <p:spPr>
          <a:xfrm>
            <a:off x="3376635" y="512494"/>
            <a:ext cx="8485403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3"/>
          <p:cNvSpPr txBox="1"/>
          <p:nvPr>
            <p:ph type="title"/>
          </p:nvPr>
        </p:nvSpPr>
        <p:spPr>
          <a:xfrm>
            <a:off x="272085" y="984154"/>
            <a:ext cx="3607765" cy="4525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Arial"/>
              <a:buNone/>
              <a:defRPr b="1" i="0" sz="4267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oogle Shape;31;p4"/>
          <p:cNvCxnSpPr/>
          <p:nvPr/>
        </p:nvCxnSpPr>
        <p:spPr>
          <a:xfrm>
            <a:off x="272085" y="513092"/>
            <a:ext cx="2674747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4"/>
          <p:cNvCxnSpPr/>
          <p:nvPr/>
        </p:nvCxnSpPr>
        <p:spPr>
          <a:xfrm>
            <a:off x="3376635" y="513092"/>
            <a:ext cx="8485403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2" type="body"/>
          </p:nvPr>
        </p:nvSpPr>
        <p:spPr>
          <a:xfrm>
            <a:off x="272085" y="1744225"/>
            <a:ext cx="11589952" cy="376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▪"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7954" lvl="1" marL="914400" marR="0" rtl="0" algn="l">
              <a:spcBef>
                <a:spcPts val="533"/>
              </a:spcBef>
              <a:spcAft>
                <a:spcPts val="0"/>
              </a:spcAft>
              <a:buClr>
                <a:srgbClr val="E46102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4610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4045" lvl="3" marL="1828800" marR="0" rtl="0" algn="l">
              <a:spcBef>
                <a:spcPts val="427"/>
              </a:spcBef>
              <a:spcAft>
                <a:spcPts val="0"/>
              </a:spcAft>
              <a:buClr>
                <a:srgbClr val="D95E00"/>
              </a:buClr>
              <a:buSzPts val="2133"/>
              <a:buFont typeface="NTR"/>
              <a:buChar char="&gt;"/>
              <a:defRPr b="0" i="0" sz="21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7154" lvl="4" marL="2286000" marR="0" rtl="0" algn="l">
              <a:spcBef>
                <a:spcPts val="373"/>
              </a:spcBef>
              <a:spcAft>
                <a:spcPts val="0"/>
              </a:spcAft>
              <a:buClr>
                <a:srgbClr val="D95E00"/>
              </a:buClr>
              <a:buSzPts val="1867"/>
              <a:buFont typeface="Noto Sans Symbols"/>
              <a:buChar char="▪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rgbClr val="D95E00"/>
              </a:buClr>
              <a:buSzPts val="1600"/>
              <a:buFont typeface="NTR"/>
              <a:buChar char="&gt;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3245" lvl="6" marL="3200400" marR="0" rtl="0" algn="l">
              <a:spcBef>
                <a:spcPts val="267"/>
              </a:spcBef>
              <a:spcAft>
                <a:spcPts val="0"/>
              </a:spcAft>
              <a:buClr>
                <a:srgbClr val="D95E00"/>
              </a:buClr>
              <a:buSzPts val="1333"/>
              <a:buFont typeface="Noto Sans Symbols"/>
              <a:buChar char="▪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240"/>
              </a:spcBef>
              <a:spcAft>
                <a:spcPts val="0"/>
              </a:spcAft>
              <a:buClr>
                <a:srgbClr val="D95E00"/>
              </a:buClr>
              <a:buSzPts val="1200"/>
              <a:buFont typeface="NTR"/>
              <a:buChar char="&gt;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72085" y="958452"/>
            <a:ext cx="10355658" cy="69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Arial"/>
              <a:buNone/>
              <a:defRPr b="1" i="0" sz="3733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Page Content">
  <p:cSld name="Full-Page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5"/>
          <p:cNvCxnSpPr/>
          <p:nvPr/>
        </p:nvCxnSpPr>
        <p:spPr>
          <a:xfrm>
            <a:off x="272085" y="513092"/>
            <a:ext cx="2674747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5"/>
          <p:cNvCxnSpPr/>
          <p:nvPr/>
        </p:nvCxnSpPr>
        <p:spPr>
          <a:xfrm>
            <a:off x="3376635" y="513092"/>
            <a:ext cx="8485403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272085" y="863428"/>
            <a:ext cx="11589952" cy="4639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  <a:defRPr b="0" i="1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6"/>
          <p:cNvCxnSpPr/>
          <p:nvPr/>
        </p:nvCxnSpPr>
        <p:spPr>
          <a:xfrm>
            <a:off x="272085" y="513092"/>
            <a:ext cx="2674747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6"/>
          <p:cNvCxnSpPr/>
          <p:nvPr/>
        </p:nvCxnSpPr>
        <p:spPr>
          <a:xfrm>
            <a:off x="3376635" y="513092"/>
            <a:ext cx="8485403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6256867" y="863692"/>
            <a:ext cx="5604933" cy="4639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  <a:defRPr b="0" i="1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272085" y="863428"/>
            <a:ext cx="5612248" cy="4639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  <a:defRPr b="0" i="1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p7"/>
          <p:cNvCxnSpPr/>
          <p:nvPr/>
        </p:nvCxnSpPr>
        <p:spPr>
          <a:xfrm>
            <a:off x="272085" y="513092"/>
            <a:ext cx="2674747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7"/>
          <p:cNvCxnSpPr/>
          <p:nvPr/>
        </p:nvCxnSpPr>
        <p:spPr>
          <a:xfrm>
            <a:off x="3376635" y="513092"/>
            <a:ext cx="8485403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264584" y="1873340"/>
            <a:ext cx="3471333" cy="3638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3" type="body"/>
          </p:nvPr>
        </p:nvSpPr>
        <p:spPr>
          <a:xfrm>
            <a:off x="4000501" y="863692"/>
            <a:ext cx="7861300" cy="4639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  <a:defRPr b="0" i="1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type="title"/>
          </p:nvPr>
        </p:nvSpPr>
        <p:spPr>
          <a:xfrm>
            <a:off x="264584" y="862676"/>
            <a:ext cx="3471333" cy="80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Arial"/>
              <a:buNone/>
              <a:defRPr b="1" i="0" sz="4267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">
  <p:cSld name="Transi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8"/>
          <p:cNvCxnSpPr/>
          <p:nvPr/>
        </p:nvCxnSpPr>
        <p:spPr>
          <a:xfrm>
            <a:off x="272085" y="513091"/>
            <a:ext cx="2674747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8"/>
          <p:cNvCxnSpPr/>
          <p:nvPr/>
        </p:nvCxnSpPr>
        <p:spPr>
          <a:xfrm>
            <a:off x="3376635" y="513091"/>
            <a:ext cx="8485403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8"/>
          <p:cNvSpPr txBox="1"/>
          <p:nvPr>
            <p:ph idx="1" type="body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8433" y="198708"/>
            <a:ext cx="556192" cy="21859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 txBox="1"/>
          <p:nvPr>
            <p:ph type="title"/>
          </p:nvPr>
        </p:nvSpPr>
        <p:spPr>
          <a:xfrm>
            <a:off x="272085" y="3987798"/>
            <a:ext cx="11589952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0"/>
              <a:buFont typeface="Arial"/>
              <a:buNone/>
              <a:defRPr b="1" i="0" sz="53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or End Slide">
  <p:cSld name="Section Header or End Slid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46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9"/>
          <p:cNvCxnSpPr/>
          <p:nvPr/>
        </p:nvCxnSpPr>
        <p:spPr>
          <a:xfrm>
            <a:off x="272085" y="513091"/>
            <a:ext cx="267474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9"/>
          <p:cNvCxnSpPr/>
          <p:nvPr/>
        </p:nvCxnSpPr>
        <p:spPr>
          <a:xfrm>
            <a:off x="3376635" y="513091"/>
            <a:ext cx="8485403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5" name="Google Shape;6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8433" y="198708"/>
            <a:ext cx="556192" cy="21859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9"/>
          <p:cNvSpPr txBox="1"/>
          <p:nvPr>
            <p:ph type="title"/>
          </p:nvPr>
        </p:nvSpPr>
        <p:spPr>
          <a:xfrm>
            <a:off x="272085" y="4256023"/>
            <a:ext cx="11589952" cy="1253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/>
          <p:nvPr/>
        </p:nvSpPr>
        <p:spPr>
          <a:xfrm>
            <a:off x="1080666" y="0"/>
            <a:ext cx="813300" cy="13608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11"/>
          <p:cNvSpPr/>
          <p:nvPr/>
        </p:nvSpPr>
        <p:spPr>
          <a:xfrm>
            <a:off x="1080666" y="2721162"/>
            <a:ext cx="8133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11"/>
          <p:cNvSpPr/>
          <p:nvPr/>
        </p:nvSpPr>
        <p:spPr>
          <a:xfrm>
            <a:off x="4" y="4081978"/>
            <a:ext cx="10833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11"/>
          <p:cNvSpPr/>
          <p:nvPr/>
        </p:nvSpPr>
        <p:spPr>
          <a:xfrm>
            <a:off x="1080666" y="1360572"/>
            <a:ext cx="813300" cy="13608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6" name="Google Shape;76;p11"/>
          <p:cNvSpPr/>
          <p:nvPr/>
        </p:nvSpPr>
        <p:spPr>
          <a:xfrm>
            <a:off x="-2" y="0"/>
            <a:ext cx="1083300" cy="13608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7" name="Google Shape;77;p11"/>
          <p:cNvSpPr/>
          <p:nvPr/>
        </p:nvSpPr>
        <p:spPr>
          <a:xfrm>
            <a:off x="1080673" y="4081967"/>
            <a:ext cx="813300" cy="13905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8" name="Google Shape;78;p11"/>
          <p:cNvSpPr/>
          <p:nvPr/>
        </p:nvSpPr>
        <p:spPr>
          <a:xfrm>
            <a:off x="-2" y="2721162"/>
            <a:ext cx="10833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-2" y="1360557"/>
            <a:ext cx="10833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0" name="Google Shape;80;p11"/>
          <p:cNvSpPr/>
          <p:nvPr/>
        </p:nvSpPr>
        <p:spPr>
          <a:xfrm>
            <a:off x="4" y="5467437"/>
            <a:ext cx="10833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1080670" y="5467441"/>
            <a:ext cx="8133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2" name="Google Shape;82;p11"/>
          <p:cNvSpPr/>
          <p:nvPr/>
        </p:nvSpPr>
        <p:spPr>
          <a:xfrm>
            <a:off x="1893866" y="0"/>
            <a:ext cx="5760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3" name="Google Shape;83;p11"/>
          <p:cNvSpPr/>
          <p:nvPr/>
        </p:nvSpPr>
        <p:spPr>
          <a:xfrm>
            <a:off x="1893866" y="2721162"/>
            <a:ext cx="576000" cy="1360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4" name="Google Shape;84;p11"/>
          <p:cNvSpPr/>
          <p:nvPr/>
        </p:nvSpPr>
        <p:spPr>
          <a:xfrm>
            <a:off x="1893866" y="1360572"/>
            <a:ext cx="576000" cy="13608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1893869" y="4081967"/>
            <a:ext cx="5760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1893866" y="5467441"/>
            <a:ext cx="5760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7" name="Google Shape;87;p11"/>
          <p:cNvSpPr txBox="1"/>
          <p:nvPr>
            <p:ph type="title"/>
          </p:nvPr>
        </p:nvSpPr>
        <p:spPr>
          <a:xfrm>
            <a:off x="4206200" y="4314641"/>
            <a:ext cx="7681200" cy="7836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3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" type="subTitle"/>
          </p:nvPr>
        </p:nvSpPr>
        <p:spPr>
          <a:xfrm>
            <a:off x="4206200" y="5167700"/>
            <a:ext cx="7681200" cy="675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1080666" y="0"/>
            <a:ext cx="813300" cy="13608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1" name="Google Shape;91;p12"/>
          <p:cNvSpPr/>
          <p:nvPr/>
        </p:nvSpPr>
        <p:spPr>
          <a:xfrm>
            <a:off x="1080666" y="2721162"/>
            <a:ext cx="8133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" name="Google Shape;92;p12"/>
          <p:cNvSpPr/>
          <p:nvPr/>
        </p:nvSpPr>
        <p:spPr>
          <a:xfrm>
            <a:off x="4" y="4081978"/>
            <a:ext cx="10833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3" name="Google Shape;93;p12"/>
          <p:cNvSpPr/>
          <p:nvPr/>
        </p:nvSpPr>
        <p:spPr>
          <a:xfrm>
            <a:off x="1080666" y="1360572"/>
            <a:ext cx="813300" cy="13608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4" name="Google Shape;94;p12"/>
          <p:cNvSpPr/>
          <p:nvPr/>
        </p:nvSpPr>
        <p:spPr>
          <a:xfrm>
            <a:off x="-2" y="0"/>
            <a:ext cx="1083300" cy="13608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5" name="Google Shape;95;p12"/>
          <p:cNvSpPr/>
          <p:nvPr/>
        </p:nvSpPr>
        <p:spPr>
          <a:xfrm>
            <a:off x="1080673" y="4081967"/>
            <a:ext cx="813300" cy="13905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6" name="Google Shape;96;p12"/>
          <p:cNvSpPr/>
          <p:nvPr/>
        </p:nvSpPr>
        <p:spPr>
          <a:xfrm>
            <a:off x="-2" y="2721162"/>
            <a:ext cx="10833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7" name="Google Shape;97;p12"/>
          <p:cNvSpPr/>
          <p:nvPr/>
        </p:nvSpPr>
        <p:spPr>
          <a:xfrm>
            <a:off x="-2" y="1360557"/>
            <a:ext cx="10833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8" name="Google Shape;98;p12"/>
          <p:cNvSpPr/>
          <p:nvPr/>
        </p:nvSpPr>
        <p:spPr>
          <a:xfrm>
            <a:off x="4" y="5467437"/>
            <a:ext cx="10833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9" name="Google Shape;99;p12"/>
          <p:cNvSpPr/>
          <p:nvPr/>
        </p:nvSpPr>
        <p:spPr>
          <a:xfrm>
            <a:off x="1080670" y="5467441"/>
            <a:ext cx="8133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1893866" y="0"/>
            <a:ext cx="5760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1893866" y="2721162"/>
            <a:ext cx="576000" cy="1360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1893866" y="1360572"/>
            <a:ext cx="576000" cy="13608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1893869" y="4081967"/>
            <a:ext cx="5760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1893866" y="5467441"/>
            <a:ext cx="5760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5" name="Google Shape;105;p12"/>
          <p:cNvSpPr txBox="1"/>
          <p:nvPr>
            <p:ph type="title"/>
          </p:nvPr>
        </p:nvSpPr>
        <p:spPr>
          <a:xfrm>
            <a:off x="4206200" y="623334"/>
            <a:ext cx="7681200" cy="7836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3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subTitle"/>
          </p:nvPr>
        </p:nvSpPr>
        <p:spPr>
          <a:xfrm>
            <a:off x="4206200" y="1476393"/>
            <a:ext cx="7681200" cy="675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07" name="Google Shape;107;p12"/>
          <p:cNvSpPr/>
          <p:nvPr>
            <p:ph idx="2" type="pic"/>
          </p:nvPr>
        </p:nvSpPr>
        <p:spPr>
          <a:xfrm>
            <a:off x="4206200" y="5166967"/>
            <a:ext cx="824700" cy="10779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108" name="Google Shape;108;p12"/>
          <p:cNvSpPr txBox="1"/>
          <p:nvPr>
            <p:ph idx="3" type="subTitle"/>
          </p:nvPr>
        </p:nvSpPr>
        <p:spPr>
          <a:xfrm>
            <a:off x="5145533" y="5430555"/>
            <a:ext cx="3495600" cy="230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4" type="subTitle"/>
          </p:nvPr>
        </p:nvSpPr>
        <p:spPr>
          <a:xfrm>
            <a:off x="5145533" y="5761867"/>
            <a:ext cx="14151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0" name="Google Shape;110;p12"/>
          <p:cNvSpPr txBox="1"/>
          <p:nvPr>
            <p:ph idx="5" type="subTitle"/>
          </p:nvPr>
        </p:nvSpPr>
        <p:spPr>
          <a:xfrm>
            <a:off x="6741067" y="5761867"/>
            <a:ext cx="14151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1" name="Google Shape;111;p12"/>
          <p:cNvSpPr txBox="1"/>
          <p:nvPr>
            <p:ph idx="6" type="subTitle"/>
          </p:nvPr>
        </p:nvSpPr>
        <p:spPr>
          <a:xfrm>
            <a:off x="8336600" y="5761867"/>
            <a:ext cx="14151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/>
          <p:nvPr/>
        </p:nvSpPr>
        <p:spPr>
          <a:xfrm>
            <a:off x="9722104" y="5467437"/>
            <a:ext cx="10833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10802770" y="5467441"/>
            <a:ext cx="8133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11570100" y="5467435"/>
            <a:ext cx="6219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6941424" y="0"/>
            <a:ext cx="16548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8596349" y="0"/>
            <a:ext cx="11256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10802766" y="0"/>
            <a:ext cx="813300" cy="13608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10802766" y="2721162"/>
            <a:ext cx="8133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9722104" y="4081978"/>
            <a:ext cx="10833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6941432" y="1360574"/>
            <a:ext cx="16548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5371034" y="0"/>
            <a:ext cx="15705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5371041" y="1360571"/>
            <a:ext cx="15705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6941432" y="2721149"/>
            <a:ext cx="16548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10802766" y="1360572"/>
            <a:ext cx="813300" cy="13608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9722098" y="0"/>
            <a:ext cx="1083300" cy="13608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10802773" y="4081967"/>
            <a:ext cx="813300" cy="13905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9722098" y="2721162"/>
            <a:ext cx="10833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9722098" y="1360557"/>
            <a:ext cx="10833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8596349" y="1360572"/>
            <a:ext cx="11256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8596349" y="2721144"/>
            <a:ext cx="11256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8596367" y="4081982"/>
            <a:ext cx="11256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11570100" y="0"/>
            <a:ext cx="621900" cy="1360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11570100" y="2721159"/>
            <a:ext cx="621900" cy="1360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11570100" y="1360570"/>
            <a:ext cx="621900" cy="13608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11570103" y="4081962"/>
            <a:ext cx="621900" cy="1390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7" name="Google Shape;137;p13"/>
          <p:cNvSpPr txBox="1"/>
          <p:nvPr>
            <p:ph type="title"/>
          </p:nvPr>
        </p:nvSpPr>
        <p:spPr>
          <a:xfrm>
            <a:off x="345400" y="4894456"/>
            <a:ext cx="7681200" cy="7836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4"/>
          <p:cNvGrpSpPr/>
          <p:nvPr/>
        </p:nvGrpSpPr>
        <p:grpSpPr>
          <a:xfrm>
            <a:off x="6526880" y="1836781"/>
            <a:ext cx="5455509" cy="4894295"/>
            <a:chOff x="5223565" y="1672200"/>
            <a:chExt cx="3763198" cy="3376074"/>
          </a:xfrm>
        </p:grpSpPr>
        <p:sp>
          <p:nvSpPr>
            <p:cNvPr id="140" name="Google Shape;140;p14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212" name="Google Shape;212;p14"/>
          <p:cNvGrpSpPr/>
          <p:nvPr/>
        </p:nvGrpSpPr>
        <p:grpSpPr>
          <a:xfrm>
            <a:off x="189433" y="106431"/>
            <a:ext cx="2854385" cy="2357236"/>
            <a:chOff x="142083" y="79814"/>
            <a:chExt cx="1831025" cy="1512212"/>
          </a:xfrm>
        </p:grpSpPr>
        <p:sp>
          <p:nvSpPr>
            <p:cNvPr id="213" name="Google Shape;213;p14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237" name="Google Shape;237;p14"/>
          <p:cNvSpPr txBox="1"/>
          <p:nvPr>
            <p:ph type="title"/>
          </p:nvPr>
        </p:nvSpPr>
        <p:spPr>
          <a:xfrm>
            <a:off x="304800" y="2880523"/>
            <a:ext cx="7681200" cy="7836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3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8" name="Google Shape;238;p14"/>
          <p:cNvSpPr txBox="1"/>
          <p:nvPr>
            <p:ph idx="1" type="subTitle"/>
          </p:nvPr>
        </p:nvSpPr>
        <p:spPr>
          <a:xfrm>
            <a:off x="304800" y="3733589"/>
            <a:ext cx="6555600" cy="675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/>
          <p:nvPr>
            <p:ph type="title"/>
          </p:nvPr>
        </p:nvSpPr>
        <p:spPr>
          <a:xfrm>
            <a:off x="304800" y="560022"/>
            <a:ext cx="86403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241" name="Google Shape;241;p15"/>
          <p:cNvSpPr/>
          <p:nvPr>
            <p:ph idx="2" type="pic"/>
          </p:nvPr>
        </p:nvSpPr>
        <p:spPr>
          <a:xfrm>
            <a:off x="304567" y="2405533"/>
            <a:ext cx="1926000" cy="19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15"/>
          <p:cNvSpPr/>
          <p:nvPr>
            <p:ph idx="3" type="pic"/>
          </p:nvPr>
        </p:nvSpPr>
        <p:spPr>
          <a:xfrm>
            <a:off x="2715700" y="2405533"/>
            <a:ext cx="1926000" cy="19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15"/>
          <p:cNvSpPr/>
          <p:nvPr>
            <p:ph idx="4" type="pic"/>
          </p:nvPr>
        </p:nvSpPr>
        <p:spPr>
          <a:xfrm>
            <a:off x="5125450" y="2405533"/>
            <a:ext cx="1926000" cy="19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15"/>
          <p:cNvSpPr/>
          <p:nvPr>
            <p:ph idx="5" type="pic"/>
          </p:nvPr>
        </p:nvSpPr>
        <p:spPr>
          <a:xfrm>
            <a:off x="7540683" y="2405533"/>
            <a:ext cx="1926000" cy="19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15"/>
          <p:cNvSpPr/>
          <p:nvPr>
            <p:ph idx="6" type="pic"/>
          </p:nvPr>
        </p:nvSpPr>
        <p:spPr>
          <a:xfrm>
            <a:off x="9961150" y="2405533"/>
            <a:ext cx="1926000" cy="19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15"/>
          <p:cNvSpPr txBox="1"/>
          <p:nvPr>
            <p:ph idx="1" type="subTitle"/>
          </p:nvPr>
        </p:nvSpPr>
        <p:spPr>
          <a:xfrm>
            <a:off x="435600" y="4643533"/>
            <a:ext cx="16071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"/>
              <a:buNone/>
              <a:defRPr b="1" sz="1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7" name="Google Shape;247;p15"/>
          <p:cNvSpPr txBox="1"/>
          <p:nvPr>
            <p:ph idx="7" type="subTitle"/>
          </p:nvPr>
        </p:nvSpPr>
        <p:spPr>
          <a:xfrm>
            <a:off x="435600" y="5071533"/>
            <a:ext cx="1696800" cy="3111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248" name="Google Shape;248;p15"/>
          <p:cNvSpPr txBox="1"/>
          <p:nvPr>
            <p:ph idx="8" type="subTitle"/>
          </p:nvPr>
        </p:nvSpPr>
        <p:spPr>
          <a:xfrm>
            <a:off x="2842483" y="4643533"/>
            <a:ext cx="16071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b="1" sz="1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9" name="Google Shape;249;p15"/>
          <p:cNvSpPr txBox="1"/>
          <p:nvPr>
            <p:ph idx="9" type="subTitle"/>
          </p:nvPr>
        </p:nvSpPr>
        <p:spPr>
          <a:xfrm>
            <a:off x="2842483" y="5071533"/>
            <a:ext cx="1696800" cy="3111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250" name="Google Shape;250;p15"/>
          <p:cNvSpPr txBox="1"/>
          <p:nvPr>
            <p:ph idx="13" type="subTitle"/>
          </p:nvPr>
        </p:nvSpPr>
        <p:spPr>
          <a:xfrm>
            <a:off x="5261133" y="4643533"/>
            <a:ext cx="16071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"/>
              <a:buNone/>
              <a:defRPr b="1" sz="1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1" name="Google Shape;251;p15"/>
          <p:cNvSpPr txBox="1"/>
          <p:nvPr>
            <p:ph idx="14" type="subTitle"/>
          </p:nvPr>
        </p:nvSpPr>
        <p:spPr>
          <a:xfrm>
            <a:off x="5261133" y="5071533"/>
            <a:ext cx="1696800" cy="3111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252" name="Google Shape;252;p15"/>
          <p:cNvSpPr txBox="1"/>
          <p:nvPr>
            <p:ph idx="15" type="subTitle"/>
          </p:nvPr>
        </p:nvSpPr>
        <p:spPr>
          <a:xfrm>
            <a:off x="7671283" y="4643533"/>
            <a:ext cx="16071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"/>
              <a:buNone/>
              <a:defRPr b="1" sz="1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3" name="Google Shape;253;p15"/>
          <p:cNvSpPr txBox="1"/>
          <p:nvPr>
            <p:ph idx="16" type="subTitle"/>
          </p:nvPr>
        </p:nvSpPr>
        <p:spPr>
          <a:xfrm>
            <a:off x="7671283" y="5071533"/>
            <a:ext cx="1696800" cy="3111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254" name="Google Shape;254;p15"/>
          <p:cNvSpPr txBox="1"/>
          <p:nvPr>
            <p:ph idx="17" type="subTitle"/>
          </p:nvPr>
        </p:nvSpPr>
        <p:spPr>
          <a:xfrm>
            <a:off x="10092950" y="4643533"/>
            <a:ext cx="16071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"/>
              <a:buNone/>
              <a:defRPr b="1" sz="1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5" name="Google Shape;255;p15"/>
          <p:cNvSpPr txBox="1"/>
          <p:nvPr>
            <p:ph idx="18" type="subTitle"/>
          </p:nvPr>
        </p:nvSpPr>
        <p:spPr>
          <a:xfrm>
            <a:off x="10092950" y="5071533"/>
            <a:ext cx="1696800" cy="3111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"/>
          <p:cNvSpPr txBox="1"/>
          <p:nvPr>
            <p:ph type="title"/>
          </p:nvPr>
        </p:nvSpPr>
        <p:spPr>
          <a:xfrm>
            <a:off x="304800" y="560022"/>
            <a:ext cx="86403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258" name="Google Shape;258;p16"/>
          <p:cNvSpPr/>
          <p:nvPr/>
        </p:nvSpPr>
        <p:spPr>
          <a:xfrm>
            <a:off x="6531383" y="8133"/>
            <a:ext cx="1412100" cy="12675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7950491" y="8133"/>
            <a:ext cx="2820000" cy="12675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10770570" y="8133"/>
            <a:ext cx="1412100" cy="12675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4084400" y="8133"/>
            <a:ext cx="2447100" cy="12675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2" name="Google Shape;262;p16"/>
          <p:cNvSpPr/>
          <p:nvPr>
            <p:ph idx="2" type="pic"/>
          </p:nvPr>
        </p:nvSpPr>
        <p:spPr>
          <a:xfrm>
            <a:off x="304567" y="2656167"/>
            <a:ext cx="1926000" cy="19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16"/>
          <p:cNvSpPr/>
          <p:nvPr>
            <p:ph idx="3" type="pic"/>
          </p:nvPr>
        </p:nvSpPr>
        <p:spPr>
          <a:xfrm>
            <a:off x="2718783" y="2656167"/>
            <a:ext cx="1926000" cy="19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16"/>
          <p:cNvSpPr/>
          <p:nvPr>
            <p:ph idx="4" type="pic"/>
          </p:nvPr>
        </p:nvSpPr>
        <p:spPr>
          <a:xfrm>
            <a:off x="5132883" y="2656167"/>
            <a:ext cx="1926000" cy="19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16"/>
          <p:cNvSpPr/>
          <p:nvPr>
            <p:ph idx="5" type="pic"/>
          </p:nvPr>
        </p:nvSpPr>
        <p:spPr>
          <a:xfrm>
            <a:off x="7546983" y="2656167"/>
            <a:ext cx="1926000" cy="19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16"/>
          <p:cNvSpPr/>
          <p:nvPr>
            <p:ph idx="6" type="pic"/>
          </p:nvPr>
        </p:nvSpPr>
        <p:spPr>
          <a:xfrm>
            <a:off x="9960983" y="2656167"/>
            <a:ext cx="1926000" cy="19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16"/>
          <p:cNvSpPr txBox="1"/>
          <p:nvPr>
            <p:ph idx="1" type="subTitle"/>
          </p:nvPr>
        </p:nvSpPr>
        <p:spPr>
          <a:xfrm>
            <a:off x="435600" y="1705922"/>
            <a:ext cx="16071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"/>
              <a:buNone/>
              <a:defRPr b="1" sz="1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8" name="Google Shape;268;p16"/>
          <p:cNvSpPr txBox="1"/>
          <p:nvPr>
            <p:ph idx="7" type="subTitle"/>
          </p:nvPr>
        </p:nvSpPr>
        <p:spPr>
          <a:xfrm>
            <a:off x="435600" y="2133922"/>
            <a:ext cx="1696800" cy="3111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269" name="Google Shape;269;p16"/>
          <p:cNvSpPr txBox="1"/>
          <p:nvPr>
            <p:ph idx="8" type="subTitle"/>
          </p:nvPr>
        </p:nvSpPr>
        <p:spPr>
          <a:xfrm>
            <a:off x="2833550" y="1705922"/>
            <a:ext cx="16071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b="1" sz="1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0" name="Google Shape;270;p16"/>
          <p:cNvSpPr txBox="1"/>
          <p:nvPr>
            <p:ph idx="9" type="subTitle"/>
          </p:nvPr>
        </p:nvSpPr>
        <p:spPr>
          <a:xfrm>
            <a:off x="2833550" y="2133922"/>
            <a:ext cx="1696800" cy="3111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271" name="Google Shape;271;p16"/>
          <p:cNvSpPr txBox="1"/>
          <p:nvPr>
            <p:ph idx="13" type="subTitle"/>
          </p:nvPr>
        </p:nvSpPr>
        <p:spPr>
          <a:xfrm>
            <a:off x="5247550" y="1705922"/>
            <a:ext cx="16071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"/>
              <a:buNone/>
              <a:defRPr b="1" sz="1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2" name="Google Shape;272;p16"/>
          <p:cNvSpPr txBox="1"/>
          <p:nvPr>
            <p:ph idx="14" type="subTitle"/>
          </p:nvPr>
        </p:nvSpPr>
        <p:spPr>
          <a:xfrm>
            <a:off x="5247550" y="2133922"/>
            <a:ext cx="1696800" cy="3111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273" name="Google Shape;273;p16"/>
          <p:cNvSpPr txBox="1"/>
          <p:nvPr>
            <p:ph idx="15" type="subTitle"/>
          </p:nvPr>
        </p:nvSpPr>
        <p:spPr>
          <a:xfrm>
            <a:off x="7661583" y="1705922"/>
            <a:ext cx="16071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"/>
              <a:buNone/>
              <a:defRPr b="1" sz="1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4" name="Google Shape;274;p16"/>
          <p:cNvSpPr txBox="1"/>
          <p:nvPr>
            <p:ph idx="16" type="subTitle"/>
          </p:nvPr>
        </p:nvSpPr>
        <p:spPr>
          <a:xfrm>
            <a:off x="7661583" y="2133922"/>
            <a:ext cx="1696800" cy="3111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275" name="Google Shape;275;p16"/>
          <p:cNvSpPr txBox="1"/>
          <p:nvPr>
            <p:ph idx="17" type="subTitle"/>
          </p:nvPr>
        </p:nvSpPr>
        <p:spPr>
          <a:xfrm>
            <a:off x="10075617" y="1705922"/>
            <a:ext cx="16071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"/>
              <a:buNone/>
              <a:defRPr b="1" sz="1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6" name="Google Shape;276;p16"/>
          <p:cNvSpPr txBox="1"/>
          <p:nvPr>
            <p:ph idx="18" type="subTitle"/>
          </p:nvPr>
        </p:nvSpPr>
        <p:spPr>
          <a:xfrm>
            <a:off x="10075617" y="2133922"/>
            <a:ext cx="1696800" cy="3111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277" name="Google Shape;277;p16"/>
          <p:cNvSpPr txBox="1"/>
          <p:nvPr>
            <p:ph idx="19" type="body"/>
          </p:nvPr>
        </p:nvSpPr>
        <p:spPr>
          <a:xfrm>
            <a:off x="304900" y="4824800"/>
            <a:ext cx="1926000" cy="14199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9pPr>
          </a:lstStyle>
          <a:p/>
        </p:txBody>
      </p:sp>
      <p:sp>
        <p:nvSpPr>
          <p:cNvPr id="278" name="Google Shape;278;p16"/>
          <p:cNvSpPr txBox="1"/>
          <p:nvPr>
            <p:ph idx="20" type="body"/>
          </p:nvPr>
        </p:nvSpPr>
        <p:spPr>
          <a:xfrm>
            <a:off x="2718800" y="4824800"/>
            <a:ext cx="1926000" cy="14199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9pPr>
          </a:lstStyle>
          <a:p/>
        </p:txBody>
      </p:sp>
      <p:sp>
        <p:nvSpPr>
          <p:cNvPr id="279" name="Google Shape;279;p16"/>
          <p:cNvSpPr txBox="1"/>
          <p:nvPr>
            <p:ph idx="21" type="body"/>
          </p:nvPr>
        </p:nvSpPr>
        <p:spPr>
          <a:xfrm>
            <a:off x="5132700" y="4824800"/>
            <a:ext cx="1926000" cy="14199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80" name="Google Shape;280;p16"/>
          <p:cNvSpPr txBox="1"/>
          <p:nvPr>
            <p:ph idx="22" type="body"/>
          </p:nvPr>
        </p:nvSpPr>
        <p:spPr>
          <a:xfrm>
            <a:off x="7546600" y="4824800"/>
            <a:ext cx="1926000" cy="14199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9pPr>
          </a:lstStyle>
          <a:p/>
        </p:txBody>
      </p:sp>
      <p:sp>
        <p:nvSpPr>
          <p:cNvPr id="281" name="Google Shape;281;p16"/>
          <p:cNvSpPr txBox="1"/>
          <p:nvPr>
            <p:ph idx="23" type="body"/>
          </p:nvPr>
        </p:nvSpPr>
        <p:spPr>
          <a:xfrm>
            <a:off x="9960500" y="4824800"/>
            <a:ext cx="1926000" cy="14199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"/>
          <p:cNvSpPr txBox="1"/>
          <p:nvPr>
            <p:ph type="title"/>
          </p:nvPr>
        </p:nvSpPr>
        <p:spPr>
          <a:xfrm>
            <a:off x="304800" y="560022"/>
            <a:ext cx="86403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"/>
          <p:cNvSpPr txBox="1"/>
          <p:nvPr>
            <p:ph idx="1" type="subTitle"/>
          </p:nvPr>
        </p:nvSpPr>
        <p:spPr>
          <a:xfrm>
            <a:off x="566133" y="2307968"/>
            <a:ext cx="3312300" cy="2643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b="1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18"/>
          <p:cNvSpPr txBox="1"/>
          <p:nvPr>
            <p:ph idx="2" type="body"/>
          </p:nvPr>
        </p:nvSpPr>
        <p:spPr>
          <a:xfrm>
            <a:off x="566133" y="2646467"/>
            <a:ext cx="3288300" cy="12792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  <p:sp>
        <p:nvSpPr>
          <p:cNvPr id="287" name="Google Shape;287;p18"/>
          <p:cNvSpPr txBox="1"/>
          <p:nvPr>
            <p:ph idx="3" type="subTitle"/>
          </p:nvPr>
        </p:nvSpPr>
        <p:spPr>
          <a:xfrm>
            <a:off x="4439583" y="2307968"/>
            <a:ext cx="3312300" cy="2643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b="1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8" name="Google Shape;288;p18"/>
          <p:cNvSpPr txBox="1"/>
          <p:nvPr>
            <p:ph idx="4" type="body"/>
          </p:nvPr>
        </p:nvSpPr>
        <p:spPr>
          <a:xfrm>
            <a:off x="4439583" y="2646467"/>
            <a:ext cx="3288300" cy="12792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  <p:sp>
        <p:nvSpPr>
          <p:cNvPr id="289" name="Google Shape;289;p18"/>
          <p:cNvSpPr txBox="1"/>
          <p:nvPr>
            <p:ph idx="5" type="subTitle"/>
          </p:nvPr>
        </p:nvSpPr>
        <p:spPr>
          <a:xfrm>
            <a:off x="8316122" y="2307968"/>
            <a:ext cx="3312300" cy="2643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b="1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0" name="Google Shape;290;p18"/>
          <p:cNvSpPr txBox="1"/>
          <p:nvPr>
            <p:ph idx="6" type="body"/>
          </p:nvPr>
        </p:nvSpPr>
        <p:spPr>
          <a:xfrm>
            <a:off x="8316122" y="2646467"/>
            <a:ext cx="3288300" cy="12792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  <p:sp>
        <p:nvSpPr>
          <p:cNvPr id="291" name="Google Shape;291;p18"/>
          <p:cNvSpPr txBox="1"/>
          <p:nvPr>
            <p:ph type="title"/>
          </p:nvPr>
        </p:nvSpPr>
        <p:spPr>
          <a:xfrm>
            <a:off x="304800" y="560033"/>
            <a:ext cx="64236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292" name="Google Shape;292;p18"/>
          <p:cNvSpPr txBox="1"/>
          <p:nvPr>
            <p:ph idx="7" type="subTitle"/>
          </p:nvPr>
        </p:nvSpPr>
        <p:spPr>
          <a:xfrm>
            <a:off x="566133" y="4632527"/>
            <a:ext cx="3312300" cy="2643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b="1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3" name="Google Shape;293;p18"/>
          <p:cNvSpPr txBox="1"/>
          <p:nvPr>
            <p:ph idx="8" type="body"/>
          </p:nvPr>
        </p:nvSpPr>
        <p:spPr>
          <a:xfrm>
            <a:off x="566133" y="4965767"/>
            <a:ext cx="4958400" cy="5529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  <p:sp>
        <p:nvSpPr>
          <p:cNvPr id="294" name="Google Shape;294;p18"/>
          <p:cNvSpPr txBox="1"/>
          <p:nvPr>
            <p:ph idx="9" type="subTitle"/>
          </p:nvPr>
        </p:nvSpPr>
        <p:spPr>
          <a:xfrm>
            <a:off x="6420900" y="4632527"/>
            <a:ext cx="3312300" cy="2643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b="1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5" name="Google Shape;295;p18"/>
          <p:cNvSpPr txBox="1"/>
          <p:nvPr>
            <p:ph idx="13" type="body"/>
          </p:nvPr>
        </p:nvSpPr>
        <p:spPr>
          <a:xfrm>
            <a:off x="6420900" y="4965767"/>
            <a:ext cx="4958400" cy="5529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 txBox="1"/>
          <p:nvPr>
            <p:ph type="title"/>
          </p:nvPr>
        </p:nvSpPr>
        <p:spPr>
          <a:xfrm>
            <a:off x="304800" y="560022"/>
            <a:ext cx="86403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298" name="Google Shape;298;p19"/>
          <p:cNvSpPr/>
          <p:nvPr>
            <p:ph idx="2" type="pic"/>
          </p:nvPr>
        </p:nvSpPr>
        <p:spPr>
          <a:xfrm>
            <a:off x="1928033" y="1722433"/>
            <a:ext cx="1643100" cy="17109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99" name="Google Shape;299;p19"/>
          <p:cNvSpPr/>
          <p:nvPr>
            <p:ph idx="3" type="pic"/>
          </p:nvPr>
        </p:nvSpPr>
        <p:spPr>
          <a:xfrm>
            <a:off x="8702200" y="1722433"/>
            <a:ext cx="1643100" cy="17109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300" name="Google Shape;300;p19"/>
          <p:cNvSpPr/>
          <p:nvPr>
            <p:ph idx="4" type="pic"/>
          </p:nvPr>
        </p:nvSpPr>
        <p:spPr>
          <a:xfrm>
            <a:off x="5309500" y="3426933"/>
            <a:ext cx="1643100" cy="17229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301" name="Google Shape;301;p19"/>
          <p:cNvSpPr txBox="1"/>
          <p:nvPr>
            <p:ph idx="1" type="subTitle"/>
          </p:nvPr>
        </p:nvSpPr>
        <p:spPr>
          <a:xfrm>
            <a:off x="304636" y="3556567"/>
            <a:ext cx="25965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02" name="Google Shape;302;p19"/>
          <p:cNvSpPr txBox="1"/>
          <p:nvPr>
            <p:ph idx="5" type="subTitle"/>
          </p:nvPr>
        </p:nvSpPr>
        <p:spPr>
          <a:xfrm>
            <a:off x="304633" y="4223500"/>
            <a:ext cx="2926800" cy="9204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03" name="Google Shape;303;p19"/>
          <p:cNvSpPr txBox="1"/>
          <p:nvPr>
            <p:ph idx="6" type="subTitle"/>
          </p:nvPr>
        </p:nvSpPr>
        <p:spPr>
          <a:xfrm>
            <a:off x="3777789" y="5295717"/>
            <a:ext cx="25965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04" name="Google Shape;304;p19"/>
          <p:cNvSpPr txBox="1"/>
          <p:nvPr>
            <p:ph idx="7" type="subTitle"/>
          </p:nvPr>
        </p:nvSpPr>
        <p:spPr>
          <a:xfrm>
            <a:off x="3777800" y="5962661"/>
            <a:ext cx="2926800" cy="5871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05" name="Google Shape;305;p19"/>
          <p:cNvSpPr txBox="1"/>
          <p:nvPr>
            <p:ph idx="8" type="subTitle"/>
          </p:nvPr>
        </p:nvSpPr>
        <p:spPr>
          <a:xfrm>
            <a:off x="7176322" y="3581526"/>
            <a:ext cx="25965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06" name="Google Shape;306;p19"/>
          <p:cNvSpPr txBox="1"/>
          <p:nvPr>
            <p:ph idx="9" type="subTitle"/>
          </p:nvPr>
        </p:nvSpPr>
        <p:spPr>
          <a:xfrm>
            <a:off x="7176333" y="4248470"/>
            <a:ext cx="2926800" cy="5871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07" name="Google Shape;307;p19"/>
          <p:cNvSpPr txBox="1"/>
          <p:nvPr>
            <p:ph idx="13" type="subTitle"/>
          </p:nvPr>
        </p:nvSpPr>
        <p:spPr>
          <a:xfrm>
            <a:off x="3224733" y="3435367"/>
            <a:ext cx="342000" cy="3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ed Hat Display Medium"/>
              <a:buNone/>
              <a:defRPr sz="7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8" name="Google Shape;308;p19"/>
          <p:cNvSpPr txBox="1"/>
          <p:nvPr>
            <p:ph idx="14" type="subTitle"/>
          </p:nvPr>
        </p:nvSpPr>
        <p:spPr>
          <a:xfrm>
            <a:off x="6610700" y="5154915"/>
            <a:ext cx="342000" cy="3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ed Hat Display Medium"/>
              <a:buNone/>
              <a:defRPr sz="7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9" name="Google Shape;309;p19"/>
          <p:cNvSpPr txBox="1"/>
          <p:nvPr>
            <p:ph idx="15" type="subTitle"/>
          </p:nvPr>
        </p:nvSpPr>
        <p:spPr>
          <a:xfrm>
            <a:off x="10003400" y="3437406"/>
            <a:ext cx="342000" cy="3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ed Hat Display Medium"/>
              <a:buNone/>
              <a:defRPr sz="7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ed Hat Display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0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7233933" y="0"/>
            <a:ext cx="4958065" cy="54638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0"/>
          <p:cNvSpPr txBox="1"/>
          <p:nvPr>
            <p:ph type="title"/>
          </p:nvPr>
        </p:nvSpPr>
        <p:spPr>
          <a:xfrm>
            <a:off x="304800" y="560022"/>
            <a:ext cx="86403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13" name="Google Shape;313;p20"/>
          <p:cNvSpPr txBox="1"/>
          <p:nvPr>
            <p:ph idx="1" type="subTitle"/>
          </p:nvPr>
        </p:nvSpPr>
        <p:spPr>
          <a:xfrm>
            <a:off x="720700" y="2362100"/>
            <a:ext cx="30999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314" name="Google Shape;314;p20"/>
          <p:cNvSpPr txBox="1"/>
          <p:nvPr>
            <p:ph idx="2" type="subTitle"/>
          </p:nvPr>
        </p:nvSpPr>
        <p:spPr>
          <a:xfrm>
            <a:off x="720700" y="3504023"/>
            <a:ext cx="29319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315" name="Google Shape;315;p20"/>
          <p:cNvSpPr txBox="1"/>
          <p:nvPr>
            <p:ph idx="3" type="subTitle"/>
          </p:nvPr>
        </p:nvSpPr>
        <p:spPr>
          <a:xfrm>
            <a:off x="4622100" y="2362100"/>
            <a:ext cx="30999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ed Hat Display"/>
              <a:buNone/>
              <a:defRPr sz="13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ed Hat Display"/>
              <a:buNone/>
              <a:defRPr sz="1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ed Hat Display"/>
              <a:buNone/>
              <a:defRPr sz="1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ed Hat Display"/>
              <a:buNone/>
              <a:defRPr sz="1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ed Hat Display"/>
              <a:buNone/>
              <a:defRPr sz="1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ed Hat Display"/>
              <a:buNone/>
              <a:defRPr sz="1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ed Hat Display"/>
              <a:buNone/>
              <a:defRPr sz="1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ed Hat Display"/>
              <a:buNone/>
              <a:defRPr sz="1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316" name="Google Shape;316;p20"/>
          <p:cNvSpPr txBox="1"/>
          <p:nvPr>
            <p:ph idx="4" type="subTitle"/>
          </p:nvPr>
        </p:nvSpPr>
        <p:spPr>
          <a:xfrm>
            <a:off x="4622100" y="3504023"/>
            <a:ext cx="29319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317" name="Google Shape;317;p20"/>
          <p:cNvSpPr txBox="1"/>
          <p:nvPr>
            <p:ph idx="5" type="subTitle"/>
          </p:nvPr>
        </p:nvSpPr>
        <p:spPr>
          <a:xfrm>
            <a:off x="8523500" y="2362100"/>
            <a:ext cx="30999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318" name="Google Shape;318;p20"/>
          <p:cNvSpPr txBox="1"/>
          <p:nvPr>
            <p:ph idx="6" type="subTitle"/>
          </p:nvPr>
        </p:nvSpPr>
        <p:spPr>
          <a:xfrm>
            <a:off x="8523500" y="3504023"/>
            <a:ext cx="29319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1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3667800" y="2051134"/>
            <a:ext cx="2389199" cy="290133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1"/>
          <p:cNvSpPr/>
          <p:nvPr/>
        </p:nvSpPr>
        <p:spPr>
          <a:xfrm rot="10800000">
            <a:off x="2693900" y="4202500"/>
            <a:ext cx="3345900" cy="16224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2" name="Google Shape;322;p21"/>
          <p:cNvSpPr txBox="1"/>
          <p:nvPr>
            <p:ph type="title"/>
          </p:nvPr>
        </p:nvSpPr>
        <p:spPr>
          <a:xfrm>
            <a:off x="304800" y="560033"/>
            <a:ext cx="57285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23" name="Google Shape;323;p21"/>
          <p:cNvSpPr/>
          <p:nvPr>
            <p:ph idx="2" type="pic"/>
          </p:nvPr>
        </p:nvSpPr>
        <p:spPr>
          <a:xfrm>
            <a:off x="304567" y="3267933"/>
            <a:ext cx="2389200" cy="25569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21"/>
          <p:cNvSpPr txBox="1"/>
          <p:nvPr>
            <p:ph idx="1" type="subTitle"/>
          </p:nvPr>
        </p:nvSpPr>
        <p:spPr>
          <a:xfrm>
            <a:off x="2866939" y="4283647"/>
            <a:ext cx="21819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5" name="Google Shape;325;p21"/>
          <p:cNvSpPr txBox="1"/>
          <p:nvPr>
            <p:ph idx="3" type="subTitle"/>
          </p:nvPr>
        </p:nvSpPr>
        <p:spPr>
          <a:xfrm>
            <a:off x="2866933" y="4890833"/>
            <a:ext cx="30147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9pPr>
          </a:lstStyle>
          <a:p/>
        </p:txBody>
      </p:sp>
      <p:sp>
        <p:nvSpPr>
          <p:cNvPr id="326" name="Google Shape;326;p21"/>
          <p:cNvSpPr txBox="1"/>
          <p:nvPr>
            <p:ph idx="4" type="subTitle"/>
          </p:nvPr>
        </p:nvSpPr>
        <p:spPr>
          <a:xfrm>
            <a:off x="8163770" y="532267"/>
            <a:ext cx="37236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27" name="Google Shape;327;p21"/>
          <p:cNvSpPr txBox="1"/>
          <p:nvPr>
            <p:ph idx="5" type="subTitle"/>
          </p:nvPr>
        </p:nvSpPr>
        <p:spPr>
          <a:xfrm>
            <a:off x="8163769" y="1116533"/>
            <a:ext cx="37236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9pPr>
          </a:lstStyle>
          <a:p/>
        </p:txBody>
      </p:sp>
      <p:sp>
        <p:nvSpPr>
          <p:cNvPr id="328" name="Google Shape;328;p21"/>
          <p:cNvSpPr txBox="1"/>
          <p:nvPr>
            <p:ph idx="6" type="subTitle"/>
          </p:nvPr>
        </p:nvSpPr>
        <p:spPr>
          <a:xfrm>
            <a:off x="8163770" y="2619855"/>
            <a:ext cx="37236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29" name="Google Shape;329;p21"/>
          <p:cNvSpPr txBox="1"/>
          <p:nvPr>
            <p:ph idx="7" type="subTitle"/>
          </p:nvPr>
        </p:nvSpPr>
        <p:spPr>
          <a:xfrm>
            <a:off x="8163769" y="3204122"/>
            <a:ext cx="37236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9pPr>
          </a:lstStyle>
          <a:p/>
        </p:txBody>
      </p:sp>
      <p:sp>
        <p:nvSpPr>
          <p:cNvPr id="330" name="Google Shape;330;p21"/>
          <p:cNvSpPr txBox="1"/>
          <p:nvPr>
            <p:ph idx="8" type="subTitle"/>
          </p:nvPr>
        </p:nvSpPr>
        <p:spPr>
          <a:xfrm>
            <a:off x="8163770" y="4710488"/>
            <a:ext cx="3723600" cy="4020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31" name="Google Shape;331;p21"/>
          <p:cNvSpPr txBox="1"/>
          <p:nvPr>
            <p:ph idx="9" type="subTitle"/>
          </p:nvPr>
        </p:nvSpPr>
        <p:spPr>
          <a:xfrm>
            <a:off x="8163769" y="5294755"/>
            <a:ext cx="37236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 txBox="1"/>
          <p:nvPr>
            <p:ph idx="1" type="subTitle"/>
          </p:nvPr>
        </p:nvSpPr>
        <p:spPr>
          <a:xfrm>
            <a:off x="6121133" y="3309200"/>
            <a:ext cx="1630500" cy="494100"/>
          </a:xfrm>
          <a:prstGeom prst="rect">
            <a:avLst/>
          </a:prstGeom>
        </p:spPr>
        <p:txBody>
          <a:bodyPr anchorCtr="0" anchor="ctr" bIns="0" lIns="0" spcFirstLastPara="1" rIns="1219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Red Hat Display Medium"/>
              <a:buNone/>
              <a:defRPr sz="13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4" name="Google Shape;334;p22"/>
          <p:cNvSpPr txBox="1"/>
          <p:nvPr>
            <p:ph idx="2" type="subTitle"/>
          </p:nvPr>
        </p:nvSpPr>
        <p:spPr>
          <a:xfrm>
            <a:off x="6121133" y="5083600"/>
            <a:ext cx="1630500" cy="494100"/>
          </a:xfrm>
          <a:prstGeom prst="rect">
            <a:avLst/>
          </a:prstGeom>
        </p:spPr>
        <p:txBody>
          <a:bodyPr anchorCtr="0" anchor="t" bIns="0" lIns="0" spcFirstLastPara="1" rIns="1219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Medium"/>
              <a:buNone/>
              <a:defRPr sz="13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35" name="Google Shape;335;p22"/>
          <p:cNvSpPr txBox="1"/>
          <p:nvPr>
            <p:ph idx="3" type="subTitle"/>
          </p:nvPr>
        </p:nvSpPr>
        <p:spPr>
          <a:xfrm>
            <a:off x="6121133" y="1534800"/>
            <a:ext cx="1630500" cy="494100"/>
          </a:xfrm>
          <a:prstGeom prst="rect">
            <a:avLst/>
          </a:prstGeom>
        </p:spPr>
        <p:txBody>
          <a:bodyPr anchorCtr="0" anchor="t" bIns="0" lIns="0" spcFirstLastPara="1" rIns="1219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Medium"/>
              <a:buNone/>
              <a:defRPr sz="13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36" name="Google Shape;336;p22"/>
          <p:cNvSpPr txBox="1"/>
          <p:nvPr>
            <p:ph type="title"/>
          </p:nvPr>
        </p:nvSpPr>
        <p:spPr>
          <a:xfrm>
            <a:off x="304800" y="560033"/>
            <a:ext cx="39015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37" name="Google Shape;337;p22"/>
          <p:cNvSpPr/>
          <p:nvPr/>
        </p:nvSpPr>
        <p:spPr>
          <a:xfrm>
            <a:off x="5132733" y="1534800"/>
            <a:ext cx="988500" cy="17745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5132733" y="3309200"/>
            <a:ext cx="988500" cy="17745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5132733" y="-239600"/>
            <a:ext cx="988500" cy="17745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5132733" y="5083600"/>
            <a:ext cx="988500" cy="17745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41" name="Google Shape;341;p22"/>
          <p:cNvSpPr txBox="1"/>
          <p:nvPr>
            <p:ph idx="4" type="subTitle"/>
          </p:nvPr>
        </p:nvSpPr>
        <p:spPr>
          <a:xfrm>
            <a:off x="8107600" y="1599927"/>
            <a:ext cx="37797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9pPr>
          </a:lstStyle>
          <a:p/>
        </p:txBody>
      </p:sp>
      <p:sp>
        <p:nvSpPr>
          <p:cNvPr id="342" name="Google Shape;342;p22"/>
          <p:cNvSpPr txBox="1"/>
          <p:nvPr>
            <p:ph idx="5" type="subTitle"/>
          </p:nvPr>
        </p:nvSpPr>
        <p:spPr>
          <a:xfrm>
            <a:off x="8107600" y="3374327"/>
            <a:ext cx="37797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9pPr>
          </a:lstStyle>
          <a:p/>
        </p:txBody>
      </p:sp>
      <p:sp>
        <p:nvSpPr>
          <p:cNvPr id="343" name="Google Shape;343;p22"/>
          <p:cNvSpPr txBox="1"/>
          <p:nvPr>
            <p:ph idx="6" type="subTitle"/>
          </p:nvPr>
        </p:nvSpPr>
        <p:spPr>
          <a:xfrm>
            <a:off x="8107600" y="5148727"/>
            <a:ext cx="37797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"/>
          <p:cNvSpPr txBox="1"/>
          <p:nvPr>
            <p:ph type="title"/>
          </p:nvPr>
        </p:nvSpPr>
        <p:spPr>
          <a:xfrm>
            <a:off x="812800" y="966433"/>
            <a:ext cx="53544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46" name="Google Shape;346;p23"/>
          <p:cNvSpPr txBox="1"/>
          <p:nvPr>
            <p:ph idx="1" type="subTitle"/>
          </p:nvPr>
        </p:nvSpPr>
        <p:spPr>
          <a:xfrm>
            <a:off x="306033" y="2405167"/>
            <a:ext cx="23685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7" name="Google Shape;347;p23"/>
          <p:cNvSpPr txBox="1"/>
          <p:nvPr>
            <p:ph idx="2" type="subTitle"/>
          </p:nvPr>
        </p:nvSpPr>
        <p:spPr>
          <a:xfrm>
            <a:off x="3236633" y="2405167"/>
            <a:ext cx="23685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8" name="Google Shape;348;p23"/>
          <p:cNvSpPr txBox="1"/>
          <p:nvPr>
            <p:ph idx="3" type="subTitle"/>
          </p:nvPr>
        </p:nvSpPr>
        <p:spPr>
          <a:xfrm>
            <a:off x="6163600" y="2405167"/>
            <a:ext cx="2368500" cy="38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9" name="Google Shape;349;p23"/>
          <p:cNvSpPr txBox="1"/>
          <p:nvPr>
            <p:ph idx="4" type="subTitle"/>
          </p:nvPr>
        </p:nvSpPr>
        <p:spPr>
          <a:xfrm>
            <a:off x="9084874" y="2405167"/>
            <a:ext cx="23685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0" name="Google Shape;350;p23"/>
          <p:cNvSpPr txBox="1"/>
          <p:nvPr>
            <p:ph idx="5" type="body"/>
          </p:nvPr>
        </p:nvSpPr>
        <p:spPr>
          <a:xfrm>
            <a:off x="748433" y="3137933"/>
            <a:ext cx="2088900" cy="24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9pPr>
          </a:lstStyle>
          <a:p/>
        </p:txBody>
      </p:sp>
      <p:sp>
        <p:nvSpPr>
          <p:cNvPr id="351" name="Google Shape;351;p23"/>
          <p:cNvSpPr txBox="1"/>
          <p:nvPr>
            <p:ph idx="6" type="body"/>
          </p:nvPr>
        </p:nvSpPr>
        <p:spPr>
          <a:xfrm>
            <a:off x="3676517" y="3137933"/>
            <a:ext cx="2088900" cy="24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9pPr>
          </a:lstStyle>
          <a:p/>
        </p:txBody>
      </p:sp>
      <p:sp>
        <p:nvSpPr>
          <p:cNvPr id="352" name="Google Shape;352;p23"/>
          <p:cNvSpPr txBox="1"/>
          <p:nvPr>
            <p:ph idx="7" type="body"/>
          </p:nvPr>
        </p:nvSpPr>
        <p:spPr>
          <a:xfrm>
            <a:off x="6611217" y="3137933"/>
            <a:ext cx="2088900" cy="24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Red Hat Display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Red Hat Display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Red Hat Display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Red Hat Display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Red Hat Display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Red Hat Display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Red Hat Display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Red Hat Display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Red Hat Display"/>
              <a:buChar char="■"/>
              <a:defRPr sz="1100"/>
            </a:lvl9pPr>
          </a:lstStyle>
          <a:p/>
        </p:txBody>
      </p:sp>
      <p:sp>
        <p:nvSpPr>
          <p:cNvPr id="353" name="Google Shape;353;p23"/>
          <p:cNvSpPr txBox="1"/>
          <p:nvPr>
            <p:ph idx="8" type="body"/>
          </p:nvPr>
        </p:nvSpPr>
        <p:spPr>
          <a:xfrm>
            <a:off x="9529150" y="3137933"/>
            <a:ext cx="2088900" cy="24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Char char="■"/>
              <a:defRPr sz="1100"/>
            </a:lvl9pPr>
          </a:lstStyle>
          <a:p/>
        </p:txBody>
      </p:sp>
      <p:sp>
        <p:nvSpPr>
          <p:cNvPr id="354" name="Google Shape;354;p23"/>
          <p:cNvSpPr txBox="1"/>
          <p:nvPr>
            <p:ph idx="9" type="subTitle"/>
          </p:nvPr>
        </p:nvSpPr>
        <p:spPr>
          <a:xfrm>
            <a:off x="812800" y="609600"/>
            <a:ext cx="5354400" cy="35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Red Hat Display"/>
              <a:buNone/>
              <a:defRPr sz="13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23"/>
          <p:cNvSpPr/>
          <p:nvPr/>
        </p:nvSpPr>
        <p:spPr>
          <a:xfrm>
            <a:off x="301330" y="773497"/>
            <a:ext cx="338400" cy="3687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4"/>
          <p:cNvSpPr txBox="1"/>
          <p:nvPr>
            <p:ph type="title"/>
          </p:nvPr>
        </p:nvSpPr>
        <p:spPr>
          <a:xfrm>
            <a:off x="812800" y="966433"/>
            <a:ext cx="53544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58" name="Google Shape;358;p24"/>
          <p:cNvSpPr txBox="1"/>
          <p:nvPr>
            <p:ph idx="1" type="subTitle"/>
          </p:nvPr>
        </p:nvSpPr>
        <p:spPr>
          <a:xfrm>
            <a:off x="812800" y="609600"/>
            <a:ext cx="5354400" cy="35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Red Hat Display"/>
              <a:buNone/>
              <a:defRPr sz="13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9" name="Google Shape;359;p24"/>
          <p:cNvSpPr/>
          <p:nvPr/>
        </p:nvSpPr>
        <p:spPr>
          <a:xfrm>
            <a:off x="301330" y="773497"/>
            <a:ext cx="338400" cy="3687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301330" y="773497"/>
            <a:ext cx="338400" cy="3687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1" name="Google Shape;361;p24"/>
          <p:cNvSpPr txBox="1"/>
          <p:nvPr>
            <p:ph idx="2" type="subTitle"/>
          </p:nvPr>
        </p:nvSpPr>
        <p:spPr>
          <a:xfrm>
            <a:off x="2636233" y="2264833"/>
            <a:ext cx="1826100" cy="38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62" name="Google Shape;362;p24"/>
          <p:cNvSpPr txBox="1"/>
          <p:nvPr>
            <p:ph idx="3" type="subTitle"/>
          </p:nvPr>
        </p:nvSpPr>
        <p:spPr>
          <a:xfrm>
            <a:off x="4830913" y="2264833"/>
            <a:ext cx="1826100" cy="38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63" name="Google Shape;363;p24"/>
          <p:cNvSpPr txBox="1"/>
          <p:nvPr>
            <p:ph idx="4" type="subTitle"/>
          </p:nvPr>
        </p:nvSpPr>
        <p:spPr>
          <a:xfrm>
            <a:off x="7287332" y="2264833"/>
            <a:ext cx="1826100" cy="38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64" name="Google Shape;364;p24"/>
          <p:cNvSpPr txBox="1"/>
          <p:nvPr>
            <p:ph idx="5" type="subTitle"/>
          </p:nvPr>
        </p:nvSpPr>
        <p:spPr>
          <a:xfrm>
            <a:off x="513500" y="2934133"/>
            <a:ext cx="20043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65" name="Google Shape;365;p24"/>
          <p:cNvSpPr txBox="1"/>
          <p:nvPr>
            <p:ph idx="6" type="subTitle"/>
          </p:nvPr>
        </p:nvSpPr>
        <p:spPr>
          <a:xfrm>
            <a:off x="513500" y="3481133"/>
            <a:ext cx="20043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66" name="Google Shape;366;p24"/>
          <p:cNvSpPr txBox="1"/>
          <p:nvPr>
            <p:ph idx="7" type="subTitle"/>
          </p:nvPr>
        </p:nvSpPr>
        <p:spPr>
          <a:xfrm>
            <a:off x="513500" y="4032100"/>
            <a:ext cx="20043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67" name="Google Shape;367;p24"/>
          <p:cNvSpPr txBox="1"/>
          <p:nvPr>
            <p:ph idx="8" type="subTitle"/>
          </p:nvPr>
        </p:nvSpPr>
        <p:spPr>
          <a:xfrm>
            <a:off x="513500" y="4572867"/>
            <a:ext cx="20043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68" name="Google Shape;368;p24"/>
          <p:cNvSpPr txBox="1"/>
          <p:nvPr>
            <p:ph idx="9" type="subTitle"/>
          </p:nvPr>
        </p:nvSpPr>
        <p:spPr>
          <a:xfrm>
            <a:off x="513500" y="5131333"/>
            <a:ext cx="20043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69" name="Google Shape;369;p24"/>
          <p:cNvSpPr txBox="1"/>
          <p:nvPr>
            <p:ph idx="13" type="subTitle"/>
          </p:nvPr>
        </p:nvSpPr>
        <p:spPr>
          <a:xfrm>
            <a:off x="2636233" y="2934133"/>
            <a:ext cx="18261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70" name="Google Shape;370;p24"/>
          <p:cNvSpPr txBox="1"/>
          <p:nvPr>
            <p:ph idx="14" type="subTitle"/>
          </p:nvPr>
        </p:nvSpPr>
        <p:spPr>
          <a:xfrm>
            <a:off x="2636233" y="3481133"/>
            <a:ext cx="18261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71" name="Google Shape;371;p24"/>
          <p:cNvSpPr txBox="1"/>
          <p:nvPr>
            <p:ph idx="15" type="subTitle"/>
          </p:nvPr>
        </p:nvSpPr>
        <p:spPr>
          <a:xfrm>
            <a:off x="2636233" y="4029600"/>
            <a:ext cx="18261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72" name="Google Shape;372;p24"/>
          <p:cNvSpPr txBox="1"/>
          <p:nvPr>
            <p:ph idx="16" type="subTitle"/>
          </p:nvPr>
        </p:nvSpPr>
        <p:spPr>
          <a:xfrm>
            <a:off x="2636233" y="4582667"/>
            <a:ext cx="18261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73" name="Google Shape;373;p24"/>
          <p:cNvSpPr txBox="1"/>
          <p:nvPr>
            <p:ph idx="17" type="subTitle"/>
          </p:nvPr>
        </p:nvSpPr>
        <p:spPr>
          <a:xfrm>
            <a:off x="2636233" y="5132600"/>
            <a:ext cx="18261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74" name="Google Shape;374;p24"/>
          <p:cNvSpPr txBox="1"/>
          <p:nvPr>
            <p:ph idx="18" type="subTitle"/>
          </p:nvPr>
        </p:nvSpPr>
        <p:spPr>
          <a:xfrm>
            <a:off x="4830900" y="2934133"/>
            <a:ext cx="18261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75" name="Google Shape;375;p24"/>
          <p:cNvSpPr txBox="1"/>
          <p:nvPr>
            <p:ph idx="19" type="subTitle"/>
          </p:nvPr>
        </p:nvSpPr>
        <p:spPr>
          <a:xfrm>
            <a:off x="4830900" y="3481133"/>
            <a:ext cx="18261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76" name="Google Shape;376;p24"/>
          <p:cNvSpPr txBox="1"/>
          <p:nvPr>
            <p:ph idx="20" type="subTitle"/>
          </p:nvPr>
        </p:nvSpPr>
        <p:spPr>
          <a:xfrm>
            <a:off x="4830900" y="4029600"/>
            <a:ext cx="18261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77" name="Google Shape;377;p24"/>
          <p:cNvSpPr txBox="1"/>
          <p:nvPr>
            <p:ph idx="21" type="subTitle"/>
          </p:nvPr>
        </p:nvSpPr>
        <p:spPr>
          <a:xfrm>
            <a:off x="4830900" y="4582667"/>
            <a:ext cx="18261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78" name="Google Shape;378;p24"/>
          <p:cNvSpPr txBox="1"/>
          <p:nvPr>
            <p:ph idx="22" type="subTitle"/>
          </p:nvPr>
        </p:nvSpPr>
        <p:spPr>
          <a:xfrm>
            <a:off x="4830900" y="5132600"/>
            <a:ext cx="18261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79" name="Google Shape;379;p24"/>
          <p:cNvSpPr txBox="1"/>
          <p:nvPr>
            <p:ph idx="23" type="subTitle"/>
          </p:nvPr>
        </p:nvSpPr>
        <p:spPr>
          <a:xfrm>
            <a:off x="7287335" y="2934133"/>
            <a:ext cx="38277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80" name="Google Shape;380;p24"/>
          <p:cNvSpPr txBox="1"/>
          <p:nvPr>
            <p:ph idx="24" type="subTitle"/>
          </p:nvPr>
        </p:nvSpPr>
        <p:spPr>
          <a:xfrm>
            <a:off x="7287335" y="3481133"/>
            <a:ext cx="38277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81" name="Google Shape;381;p24"/>
          <p:cNvSpPr txBox="1"/>
          <p:nvPr>
            <p:ph idx="25" type="subTitle"/>
          </p:nvPr>
        </p:nvSpPr>
        <p:spPr>
          <a:xfrm>
            <a:off x="7287335" y="4029600"/>
            <a:ext cx="38277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82" name="Google Shape;382;p24"/>
          <p:cNvSpPr txBox="1"/>
          <p:nvPr>
            <p:ph idx="26" type="subTitle"/>
          </p:nvPr>
        </p:nvSpPr>
        <p:spPr>
          <a:xfrm>
            <a:off x="7287335" y="4582667"/>
            <a:ext cx="38277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383" name="Google Shape;383;p24"/>
          <p:cNvSpPr txBox="1"/>
          <p:nvPr>
            <p:ph idx="27" type="subTitle"/>
          </p:nvPr>
        </p:nvSpPr>
        <p:spPr>
          <a:xfrm>
            <a:off x="7287335" y="5132600"/>
            <a:ext cx="3827700" cy="5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5"/>
          <p:cNvSpPr txBox="1"/>
          <p:nvPr>
            <p:ph type="title"/>
          </p:nvPr>
        </p:nvSpPr>
        <p:spPr>
          <a:xfrm>
            <a:off x="812800" y="966433"/>
            <a:ext cx="53544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386" name="Google Shape;386;p25"/>
          <p:cNvSpPr txBox="1"/>
          <p:nvPr>
            <p:ph idx="1" type="subTitle"/>
          </p:nvPr>
        </p:nvSpPr>
        <p:spPr>
          <a:xfrm>
            <a:off x="812800" y="609600"/>
            <a:ext cx="5354400" cy="35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Red Hat Display"/>
              <a:buNone/>
              <a:defRPr sz="13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7" name="Google Shape;387;p25"/>
          <p:cNvSpPr/>
          <p:nvPr/>
        </p:nvSpPr>
        <p:spPr>
          <a:xfrm>
            <a:off x="301330" y="773497"/>
            <a:ext cx="338400" cy="3687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8" name="Google Shape;388;p25"/>
          <p:cNvSpPr txBox="1"/>
          <p:nvPr>
            <p:ph idx="2" type="subTitle"/>
          </p:nvPr>
        </p:nvSpPr>
        <p:spPr>
          <a:xfrm>
            <a:off x="306033" y="3247467"/>
            <a:ext cx="20013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89" name="Google Shape;389;p25"/>
          <p:cNvSpPr txBox="1"/>
          <p:nvPr>
            <p:ph idx="3" type="subTitle"/>
          </p:nvPr>
        </p:nvSpPr>
        <p:spPr>
          <a:xfrm>
            <a:off x="2687603" y="3247467"/>
            <a:ext cx="20013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90" name="Google Shape;390;p25"/>
          <p:cNvSpPr txBox="1"/>
          <p:nvPr>
            <p:ph idx="4" type="subTitle"/>
          </p:nvPr>
        </p:nvSpPr>
        <p:spPr>
          <a:xfrm>
            <a:off x="5032803" y="3247467"/>
            <a:ext cx="2001300" cy="352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91" name="Google Shape;391;p25"/>
          <p:cNvSpPr txBox="1"/>
          <p:nvPr>
            <p:ph idx="5" type="subTitle"/>
          </p:nvPr>
        </p:nvSpPr>
        <p:spPr>
          <a:xfrm>
            <a:off x="7488903" y="3247467"/>
            <a:ext cx="20013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92" name="Google Shape;392;p25"/>
          <p:cNvSpPr txBox="1"/>
          <p:nvPr>
            <p:ph idx="6" type="subTitle"/>
          </p:nvPr>
        </p:nvSpPr>
        <p:spPr>
          <a:xfrm>
            <a:off x="9881936" y="3247467"/>
            <a:ext cx="20013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93" name="Google Shape;393;p25"/>
          <p:cNvSpPr txBox="1"/>
          <p:nvPr>
            <p:ph idx="7" type="body"/>
          </p:nvPr>
        </p:nvSpPr>
        <p:spPr>
          <a:xfrm>
            <a:off x="516779" y="3760800"/>
            <a:ext cx="1652400" cy="1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  <p:sp>
        <p:nvSpPr>
          <p:cNvPr id="394" name="Google Shape;394;p25"/>
          <p:cNvSpPr txBox="1"/>
          <p:nvPr>
            <p:ph idx="8" type="body"/>
          </p:nvPr>
        </p:nvSpPr>
        <p:spPr>
          <a:xfrm>
            <a:off x="2886145" y="3760800"/>
            <a:ext cx="1652400" cy="1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 sz="12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 sz="1200"/>
            </a:lvl9pPr>
          </a:lstStyle>
          <a:p/>
        </p:txBody>
      </p:sp>
      <p:sp>
        <p:nvSpPr>
          <p:cNvPr id="395" name="Google Shape;395;p25"/>
          <p:cNvSpPr txBox="1"/>
          <p:nvPr>
            <p:ph idx="9" type="body"/>
          </p:nvPr>
        </p:nvSpPr>
        <p:spPr>
          <a:xfrm>
            <a:off x="5255512" y="3760800"/>
            <a:ext cx="1652400" cy="1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  <p:sp>
        <p:nvSpPr>
          <p:cNvPr id="396" name="Google Shape;396;p25"/>
          <p:cNvSpPr txBox="1"/>
          <p:nvPr>
            <p:ph idx="13" type="body"/>
          </p:nvPr>
        </p:nvSpPr>
        <p:spPr>
          <a:xfrm>
            <a:off x="7685979" y="3760800"/>
            <a:ext cx="1652400" cy="1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  <p:sp>
        <p:nvSpPr>
          <p:cNvPr id="397" name="Google Shape;397;p25"/>
          <p:cNvSpPr txBox="1"/>
          <p:nvPr>
            <p:ph idx="14" type="body"/>
          </p:nvPr>
        </p:nvSpPr>
        <p:spPr>
          <a:xfrm>
            <a:off x="10116445" y="3760800"/>
            <a:ext cx="1652400" cy="1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 txBox="1"/>
          <p:nvPr>
            <p:ph type="title"/>
          </p:nvPr>
        </p:nvSpPr>
        <p:spPr>
          <a:xfrm>
            <a:off x="812800" y="966433"/>
            <a:ext cx="53544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400" name="Google Shape;400;p26"/>
          <p:cNvSpPr txBox="1"/>
          <p:nvPr>
            <p:ph idx="1" type="subTitle"/>
          </p:nvPr>
        </p:nvSpPr>
        <p:spPr>
          <a:xfrm>
            <a:off x="812800" y="609600"/>
            <a:ext cx="5354400" cy="35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Red Hat Display"/>
              <a:buNone/>
              <a:defRPr sz="13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01" name="Google Shape;401;p26"/>
          <p:cNvSpPr/>
          <p:nvPr/>
        </p:nvSpPr>
        <p:spPr>
          <a:xfrm>
            <a:off x="301330" y="773497"/>
            <a:ext cx="338400" cy="3687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2" name="Google Shape;402;p26"/>
          <p:cNvSpPr txBox="1"/>
          <p:nvPr>
            <p:ph idx="2" type="subTitle"/>
          </p:nvPr>
        </p:nvSpPr>
        <p:spPr>
          <a:xfrm>
            <a:off x="468933" y="3247467"/>
            <a:ext cx="20013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03" name="Google Shape;403;p26"/>
          <p:cNvSpPr txBox="1"/>
          <p:nvPr>
            <p:ph idx="3" type="subTitle"/>
          </p:nvPr>
        </p:nvSpPr>
        <p:spPr>
          <a:xfrm>
            <a:off x="4420067" y="3247467"/>
            <a:ext cx="20013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04" name="Google Shape;404;p26"/>
          <p:cNvSpPr txBox="1"/>
          <p:nvPr>
            <p:ph idx="4" type="subTitle"/>
          </p:nvPr>
        </p:nvSpPr>
        <p:spPr>
          <a:xfrm>
            <a:off x="8371200" y="3247467"/>
            <a:ext cx="2001300" cy="352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05" name="Google Shape;405;p26"/>
          <p:cNvSpPr txBox="1"/>
          <p:nvPr>
            <p:ph idx="5" type="body"/>
          </p:nvPr>
        </p:nvSpPr>
        <p:spPr>
          <a:xfrm>
            <a:off x="4420067" y="3843750"/>
            <a:ext cx="3253200" cy="1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Char char="●"/>
              <a:defRPr sz="1200"/>
            </a:lvl1pPr>
            <a:lvl2pPr indent="-304800" lvl="1" marL="914400">
              <a:spcBef>
                <a:spcPts val="1100"/>
              </a:spcBef>
              <a:spcAft>
                <a:spcPts val="0"/>
              </a:spcAft>
              <a:buSzPts val="1200"/>
              <a:buFont typeface="Red Hat Display"/>
              <a:buChar char="○"/>
              <a:defRPr sz="1200"/>
            </a:lvl2pPr>
            <a:lvl3pPr indent="-304800" lvl="2" marL="1371600">
              <a:spcBef>
                <a:spcPts val="1100"/>
              </a:spcBef>
              <a:spcAft>
                <a:spcPts val="0"/>
              </a:spcAft>
              <a:buSzPts val="1200"/>
              <a:buFont typeface="Red Hat Display"/>
              <a:buChar char="■"/>
              <a:defRPr sz="1200"/>
            </a:lvl3pPr>
            <a:lvl4pPr indent="-304800" lvl="3" marL="1828800">
              <a:spcBef>
                <a:spcPts val="1100"/>
              </a:spcBef>
              <a:spcAft>
                <a:spcPts val="0"/>
              </a:spcAft>
              <a:buSzPts val="1200"/>
              <a:buFont typeface="Red Hat Display"/>
              <a:buChar char="●"/>
              <a:defRPr sz="1200"/>
            </a:lvl4pPr>
            <a:lvl5pPr indent="-304800" lvl="4" marL="2286000">
              <a:spcBef>
                <a:spcPts val="1100"/>
              </a:spcBef>
              <a:spcAft>
                <a:spcPts val="0"/>
              </a:spcAft>
              <a:buSzPts val="1200"/>
              <a:buFont typeface="Red Hat Display"/>
              <a:buChar char="○"/>
              <a:defRPr sz="1200"/>
            </a:lvl5pPr>
            <a:lvl6pPr indent="-304800" lvl="5" marL="2743200">
              <a:spcBef>
                <a:spcPts val="1100"/>
              </a:spcBef>
              <a:spcAft>
                <a:spcPts val="0"/>
              </a:spcAft>
              <a:buSzPts val="1200"/>
              <a:buFont typeface="Red Hat Display"/>
              <a:buChar char="■"/>
              <a:defRPr sz="1200"/>
            </a:lvl6pPr>
            <a:lvl7pPr indent="-304800" lvl="6" marL="3200400">
              <a:spcBef>
                <a:spcPts val="1100"/>
              </a:spcBef>
              <a:spcAft>
                <a:spcPts val="0"/>
              </a:spcAft>
              <a:buSzPts val="1200"/>
              <a:buFont typeface="Red Hat Display"/>
              <a:buChar char="●"/>
              <a:defRPr sz="1200"/>
            </a:lvl7pPr>
            <a:lvl8pPr indent="-304800" lvl="7" marL="3657600">
              <a:spcBef>
                <a:spcPts val="1100"/>
              </a:spcBef>
              <a:spcAft>
                <a:spcPts val="0"/>
              </a:spcAft>
              <a:buSzPts val="1200"/>
              <a:buFont typeface="Red Hat Display"/>
              <a:buChar char="○"/>
              <a:defRPr sz="1200"/>
            </a:lvl8pPr>
            <a:lvl9pPr indent="-304800" lvl="8" marL="4114800">
              <a:spcBef>
                <a:spcPts val="1100"/>
              </a:spcBef>
              <a:spcAft>
                <a:spcPts val="1100"/>
              </a:spcAft>
              <a:buSzPts val="1200"/>
              <a:buFont typeface="Red Hat Display"/>
              <a:buChar char="■"/>
              <a:defRPr sz="1200"/>
            </a:lvl9pPr>
          </a:lstStyle>
          <a:p/>
        </p:txBody>
      </p:sp>
      <p:grpSp>
        <p:nvGrpSpPr>
          <p:cNvPr id="406" name="Google Shape;406;p26"/>
          <p:cNvGrpSpPr/>
          <p:nvPr/>
        </p:nvGrpSpPr>
        <p:grpSpPr>
          <a:xfrm flipH="1">
            <a:off x="9204941" y="106431"/>
            <a:ext cx="2854385" cy="2357236"/>
            <a:chOff x="142083" y="79814"/>
            <a:chExt cx="1831025" cy="1512212"/>
          </a:xfrm>
        </p:grpSpPr>
        <p:sp>
          <p:nvSpPr>
            <p:cNvPr id="407" name="Google Shape;407;p26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5" name="Google Shape;415;p26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6" name="Google Shape;416;p26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7" name="Google Shape;417;p26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8" name="Google Shape;418;p26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9" name="Google Shape;419;p26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1" name="Google Shape;421;p26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2" name="Google Shape;422;p26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4" name="Google Shape;424;p26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5" name="Google Shape;425;p26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6" name="Google Shape;426;p26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7" name="Google Shape;427;p26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8" name="Google Shape;428;p26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9" name="Google Shape;429;p26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0" name="Google Shape;430;p26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431" name="Google Shape;431;p26"/>
          <p:cNvSpPr txBox="1"/>
          <p:nvPr>
            <p:ph idx="6" type="body"/>
          </p:nvPr>
        </p:nvSpPr>
        <p:spPr>
          <a:xfrm>
            <a:off x="468933" y="3843750"/>
            <a:ext cx="3253200" cy="1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  <p:sp>
        <p:nvSpPr>
          <p:cNvPr id="432" name="Google Shape;432;p26"/>
          <p:cNvSpPr txBox="1"/>
          <p:nvPr>
            <p:ph idx="7" type="body"/>
          </p:nvPr>
        </p:nvSpPr>
        <p:spPr>
          <a:xfrm>
            <a:off x="8371200" y="3843750"/>
            <a:ext cx="3253200" cy="1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7"/>
          <p:cNvSpPr txBox="1"/>
          <p:nvPr>
            <p:ph type="title"/>
          </p:nvPr>
        </p:nvSpPr>
        <p:spPr>
          <a:xfrm>
            <a:off x="812800" y="966433"/>
            <a:ext cx="53544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435" name="Google Shape;435;p27"/>
          <p:cNvSpPr txBox="1"/>
          <p:nvPr>
            <p:ph idx="1" type="subTitle"/>
          </p:nvPr>
        </p:nvSpPr>
        <p:spPr>
          <a:xfrm>
            <a:off x="812800" y="609600"/>
            <a:ext cx="5354400" cy="35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Red Hat Display"/>
              <a:buNone/>
              <a:defRPr sz="13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36" name="Google Shape;436;p27"/>
          <p:cNvSpPr/>
          <p:nvPr/>
        </p:nvSpPr>
        <p:spPr>
          <a:xfrm>
            <a:off x="301330" y="773497"/>
            <a:ext cx="338400" cy="3687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7" name="Google Shape;437;p27"/>
          <p:cNvSpPr txBox="1"/>
          <p:nvPr>
            <p:ph idx="2" type="subTitle"/>
          </p:nvPr>
        </p:nvSpPr>
        <p:spPr>
          <a:xfrm>
            <a:off x="468933" y="3247467"/>
            <a:ext cx="32532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38" name="Google Shape;438;p27"/>
          <p:cNvSpPr txBox="1"/>
          <p:nvPr>
            <p:ph idx="3" type="subTitle"/>
          </p:nvPr>
        </p:nvSpPr>
        <p:spPr>
          <a:xfrm>
            <a:off x="4420067" y="3247467"/>
            <a:ext cx="32532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39" name="Google Shape;439;p27"/>
          <p:cNvSpPr txBox="1"/>
          <p:nvPr>
            <p:ph idx="4" type="subTitle"/>
          </p:nvPr>
        </p:nvSpPr>
        <p:spPr>
          <a:xfrm>
            <a:off x="8371200" y="3247467"/>
            <a:ext cx="3253200" cy="352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40" name="Google Shape;440;p27"/>
          <p:cNvSpPr txBox="1"/>
          <p:nvPr>
            <p:ph idx="5" type="body"/>
          </p:nvPr>
        </p:nvSpPr>
        <p:spPr>
          <a:xfrm>
            <a:off x="4420067" y="3843750"/>
            <a:ext cx="3253200" cy="1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Char char="●"/>
              <a:defRPr sz="1200"/>
            </a:lvl1pPr>
            <a:lvl2pPr indent="-304800" lvl="1" marL="914400">
              <a:spcBef>
                <a:spcPts val="1100"/>
              </a:spcBef>
              <a:spcAft>
                <a:spcPts val="0"/>
              </a:spcAft>
              <a:buSzPts val="1200"/>
              <a:buFont typeface="Red Hat Display"/>
              <a:buChar char="○"/>
              <a:defRPr sz="1200"/>
            </a:lvl2pPr>
            <a:lvl3pPr indent="-304800" lvl="2" marL="1371600">
              <a:spcBef>
                <a:spcPts val="1100"/>
              </a:spcBef>
              <a:spcAft>
                <a:spcPts val="0"/>
              </a:spcAft>
              <a:buSzPts val="1200"/>
              <a:buFont typeface="Red Hat Display"/>
              <a:buChar char="■"/>
              <a:defRPr sz="1200"/>
            </a:lvl3pPr>
            <a:lvl4pPr indent="-304800" lvl="3" marL="1828800">
              <a:spcBef>
                <a:spcPts val="1100"/>
              </a:spcBef>
              <a:spcAft>
                <a:spcPts val="0"/>
              </a:spcAft>
              <a:buSzPts val="1200"/>
              <a:buFont typeface="Red Hat Display"/>
              <a:buChar char="●"/>
              <a:defRPr sz="1200"/>
            </a:lvl4pPr>
            <a:lvl5pPr indent="-304800" lvl="4" marL="2286000">
              <a:spcBef>
                <a:spcPts val="1100"/>
              </a:spcBef>
              <a:spcAft>
                <a:spcPts val="0"/>
              </a:spcAft>
              <a:buSzPts val="1200"/>
              <a:buFont typeface="Red Hat Display"/>
              <a:buChar char="○"/>
              <a:defRPr sz="1200"/>
            </a:lvl5pPr>
            <a:lvl6pPr indent="-304800" lvl="5" marL="2743200">
              <a:spcBef>
                <a:spcPts val="1100"/>
              </a:spcBef>
              <a:spcAft>
                <a:spcPts val="0"/>
              </a:spcAft>
              <a:buSzPts val="1200"/>
              <a:buFont typeface="Red Hat Display"/>
              <a:buChar char="■"/>
              <a:defRPr sz="1200"/>
            </a:lvl6pPr>
            <a:lvl7pPr indent="-304800" lvl="6" marL="3200400">
              <a:spcBef>
                <a:spcPts val="1100"/>
              </a:spcBef>
              <a:spcAft>
                <a:spcPts val="0"/>
              </a:spcAft>
              <a:buSzPts val="1200"/>
              <a:buFont typeface="Red Hat Display"/>
              <a:buChar char="●"/>
              <a:defRPr sz="1200"/>
            </a:lvl7pPr>
            <a:lvl8pPr indent="-304800" lvl="7" marL="3657600">
              <a:spcBef>
                <a:spcPts val="1100"/>
              </a:spcBef>
              <a:spcAft>
                <a:spcPts val="0"/>
              </a:spcAft>
              <a:buSzPts val="1200"/>
              <a:buFont typeface="Red Hat Display"/>
              <a:buChar char="○"/>
              <a:defRPr sz="1200"/>
            </a:lvl8pPr>
            <a:lvl9pPr indent="-304800" lvl="8" marL="4114800">
              <a:spcBef>
                <a:spcPts val="1100"/>
              </a:spcBef>
              <a:spcAft>
                <a:spcPts val="1100"/>
              </a:spcAft>
              <a:buSzPts val="1200"/>
              <a:buFont typeface="Red Hat Display"/>
              <a:buChar char="■"/>
              <a:defRPr sz="1200"/>
            </a:lvl9pPr>
          </a:lstStyle>
          <a:p/>
        </p:txBody>
      </p:sp>
      <p:sp>
        <p:nvSpPr>
          <p:cNvPr id="441" name="Google Shape;441;p27"/>
          <p:cNvSpPr txBox="1"/>
          <p:nvPr>
            <p:ph idx="6" type="body"/>
          </p:nvPr>
        </p:nvSpPr>
        <p:spPr>
          <a:xfrm>
            <a:off x="468933" y="3843750"/>
            <a:ext cx="3253200" cy="1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  <p:sp>
        <p:nvSpPr>
          <p:cNvPr id="442" name="Google Shape;442;p27"/>
          <p:cNvSpPr txBox="1"/>
          <p:nvPr>
            <p:ph idx="7" type="body"/>
          </p:nvPr>
        </p:nvSpPr>
        <p:spPr>
          <a:xfrm>
            <a:off x="8371200" y="3843750"/>
            <a:ext cx="3253200" cy="1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lt1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8"/>
          <p:cNvSpPr/>
          <p:nvPr/>
        </p:nvSpPr>
        <p:spPr>
          <a:xfrm>
            <a:off x="301330" y="773497"/>
            <a:ext cx="338400" cy="3687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5" name="Google Shape;445;p28"/>
          <p:cNvSpPr txBox="1"/>
          <p:nvPr>
            <p:ph type="title"/>
          </p:nvPr>
        </p:nvSpPr>
        <p:spPr>
          <a:xfrm>
            <a:off x="812800" y="966433"/>
            <a:ext cx="53544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446" name="Google Shape;446;p28"/>
          <p:cNvSpPr txBox="1"/>
          <p:nvPr>
            <p:ph idx="1" type="subTitle"/>
          </p:nvPr>
        </p:nvSpPr>
        <p:spPr>
          <a:xfrm>
            <a:off x="812800" y="609600"/>
            <a:ext cx="5354400" cy="35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Red Hat Display"/>
              <a:buNone/>
              <a:defRPr sz="13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47" name="Google Shape;447;p28"/>
          <p:cNvSpPr txBox="1"/>
          <p:nvPr>
            <p:ph idx="2" type="subTitle"/>
          </p:nvPr>
        </p:nvSpPr>
        <p:spPr>
          <a:xfrm>
            <a:off x="849333" y="2427400"/>
            <a:ext cx="936300" cy="10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Red Hat Display SemiBold"/>
              <a:buNone/>
              <a:defRPr sz="29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448" name="Google Shape;448;p28"/>
          <p:cNvSpPr txBox="1"/>
          <p:nvPr>
            <p:ph idx="3" type="subTitle"/>
          </p:nvPr>
        </p:nvSpPr>
        <p:spPr>
          <a:xfrm>
            <a:off x="849333" y="4392433"/>
            <a:ext cx="936300" cy="10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Red Hat Display SemiBold"/>
              <a:buNone/>
              <a:defRPr sz="29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449" name="Google Shape;449;p28"/>
          <p:cNvSpPr txBox="1"/>
          <p:nvPr>
            <p:ph idx="4" type="subTitle"/>
          </p:nvPr>
        </p:nvSpPr>
        <p:spPr>
          <a:xfrm>
            <a:off x="6704233" y="2427400"/>
            <a:ext cx="936300" cy="103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Font typeface="Red Hat Display SemiBold"/>
              <a:buNone/>
              <a:defRPr sz="29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450" name="Google Shape;450;p28"/>
          <p:cNvSpPr txBox="1"/>
          <p:nvPr>
            <p:ph idx="5" type="subTitle"/>
          </p:nvPr>
        </p:nvSpPr>
        <p:spPr>
          <a:xfrm>
            <a:off x="6704233" y="4392433"/>
            <a:ext cx="936300" cy="10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Red Hat Display SemiBold"/>
              <a:buNone/>
              <a:defRPr sz="29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451" name="Google Shape;451;p28"/>
          <p:cNvSpPr txBox="1"/>
          <p:nvPr>
            <p:ph idx="6" type="subTitle"/>
          </p:nvPr>
        </p:nvSpPr>
        <p:spPr>
          <a:xfrm>
            <a:off x="2061333" y="2410433"/>
            <a:ext cx="33036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452" name="Google Shape;452;p28"/>
          <p:cNvSpPr txBox="1"/>
          <p:nvPr>
            <p:ph idx="7" type="subTitle"/>
          </p:nvPr>
        </p:nvSpPr>
        <p:spPr>
          <a:xfrm>
            <a:off x="2061333" y="4384467"/>
            <a:ext cx="33036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453" name="Google Shape;453;p28"/>
          <p:cNvSpPr txBox="1"/>
          <p:nvPr>
            <p:ph idx="8" type="subTitle"/>
          </p:nvPr>
        </p:nvSpPr>
        <p:spPr>
          <a:xfrm>
            <a:off x="7916233" y="2410433"/>
            <a:ext cx="33036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  <p:sp>
        <p:nvSpPr>
          <p:cNvPr id="454" name="Google Shape;454;p28"/>
          <p:cNvSpPr txBox="1"/>
          <p:nvPr>
            <p:ph idx="9" type="subTitle"/>
          </p:nvPr>
        </p:nvSpPr>
        <p:spPr>
          <a:xfrm>
            <a:off x="7916233" y="4384467"/>
            <a:ext cx="33036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None/>
              <a:defRPr sz="13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29"/>
          <p:cNvCxnSpPr/>
          <p:nvPr/>
        </p:nvCxnSpPr>
        <p:spPr>
          <a:xfrm>
            <a:off x="4691067" y="950444"/>
            <a:ext cx="7490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29"/>
          <p:cNvCxnSpPr>
            <a:stCxn id="458" idx="1"/>
            <a:endCxn id="459" idx="3"/>
          </p:cNvCxnSpPr>
          <p:nvPr/>
        </p:nvCxnSpPr>
        <p:spPr>
          <a:xfrm>
            <a:off x="3522554" y="2131067"/>
            <a:ext cx="0" cy="177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29"/>
          <p:cNvCxnSpPr/>
          <p:nvPr/>
        </p:nvCxnSpPr>
        <p:spPr>
          <a:xfrm rot="10800000">
            <a:off x="-26000" y="948800"/>
            <a:ext cx="1248900" cy="1248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29"/>
          <p:cNvCxnSpPr/>
          <p:nvPr/>
        </p:nvCxnSpPr>
        <p:spPr>
          <a:xfrm rot="10800000">
            <a:off x="1953300" y="-10600"/>
            <a:ext cx="1278300" cy="127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29"/>
          <p:cNvSpPr/>
          <p:nvPr/>
        </p:nvSpPr>
        <p:spPr>
          <a:xfrm flipH="1">
            <a:off x="2348354" y="-818833"/>
            <a:ext cx="2348400" cy="29499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62" name="Google Shape;462;p29"/>
          <p:cNvCxnSpPr/>
          <p:nvPr/>
        </p:nvCxnSpPr>
        <p:spPr>
          <a:xfrm rot="10800000">
            <a:off x="946533" y="4268659"/>
            <a:ext cx="2344500" cy="234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29"/>
          <p:cNvSpPr/>
          <p:nvPr/>
        </p:nvSpPr>
        <p:spPr>
          <a:xfrm>
            <a:off x="2348353" y="3907664"/>
            <a:ext cx="2348400" cy="29499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63" name="Google Shape;463;p29"/>
          <p:cNvCxnSpPr/>
          <p:nvPr/>
        </p:nvCxnSpPr>
        <p:spPr>
          <a:xfrm flipH="1" rot="10800000">
            <a:off x="-31867" y="4722533"/>
            <a:ext cx="1550700" cy="1550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29"/>
          <p:cNvSpPr/>
          <p:nvPr/>
        </p:nvSpPr>
        <p:spPr>
          <a:xfrm flipH="1">
            <a:off x="-46" y="2131167"/>
            <a:ext cx="2348400" cy="29499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5" name="Google Shape;465;p29"/>
          <p:cNvSpPr txBox="1"/>
          <p:nvPr>
            <p:ph idx="1" type="subTitle"/>
          </p:nvPr>
        </p:nvSpPr>
        <p:spPr>
          <a:xfrm>
            <a:off x="5265067" y="3569733"/>
            <a:ext cx="6621900" cy="26751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466" name="Google Shape;466;p29"/>
          <p:cNvSpPr txBox="1"/>
          <p:nvPr>
            <p:ph type="title"/>
          </p:nvPr>
        </p:nvSpPr>
        <p:spPr>
          <a:xfrm>
            <a:off x="5265067" y="2609267"/>
            <a:ext cx="6621900" cy="7836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30"/>
          <p:cNvCxnSpPr/>
          <p:nvPr/>
        </p:nvCxnSpPr>
        <p:spPr>
          <a:xfrm>
            <a:off x="4691067" y="950444"/>
            <a:ext cx="74901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30"/>
          <p:cNvCxnSpPr>
            <a:stCxn id="470" idx="1"/>
            <a:endCxn id="471" idx="3"/>
          </p:cNvCxnSpPr>
          <p:nvPr/>
        </p:nvCxnSpPr>
        <p:spPr>
          <a:xfrm>
            <a:off x="3522554" y="2131067"/>
            <a:ext cx="0" cy="177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30"/>
          <p:cNvCxnSpPr/>
          <p:nvPr/>
        </p:nvCxnSpPr>
        <p:spPr>
          <a:xfrm rot="10800000">
            <a:off x="-26000" y="948800"/>
            <a:ext cx="1248900" cy="12489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30"/>
          <p:cNvCxnSpPr/>
          <p:nvPr/>
        </p:nvCxnSpPr>
        <p:spPr>
          <a:xfrm rot="10800000">
            <a:off x="1953300" y="-10600"/>
            <a:ext cx="1278300" cy="127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30"/>
          <p:cNvSpPr/>
          <p:nvPr/>
        </p:nvSpPr>
        <p:spPr>
          <a:xfrm flipH="1">
            <a:off x="2348354" y="-818833"/>
            <a:ext cx="2348400" cy="29499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74" name="Google Shape;474;p30"/>
          <p:cNvCxnSpPr/>
          <p:nvPr/>
        </p:nvCxnSpPr>
        <p:spPr>
          <a:xfrm rot="10800000">
            <a:off x="946533" y="4268659"/>
            <a:ext cx="2344500" cy="23445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30"/>
          <p:cNvSpPr/>
          <p:nvPr/>
        </p:nvSpPr>
        <p:spPr>
          <a:xfrm>
            <a:off x="2348353" y="3907664"/>
            <a:ext cx="2348400" cy="29499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75" name="Google Shape;475;p30"/>
          <p:cNvCxnSpPr/>
          <p:nvPr/>
        </p:nvCxnSpPr>
        <p:spPr>
          <a:xfrm flipH="1" rot="10800000">
            <a:off x="-31867" y="4722533"/>
            <a:ext cx="1550700" cy="15507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30"/>
          <p:cNvSpPr/>
          <p:nvPr/>
        </p:nvSpPr>
        <p:spPr>
          <a:xfrm flipH="1">
            <a:off x="-46" y="2131167"/>
            <a:ext cx="2348400" cy="29499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77" name="Google Shape;477;p30"/>
          <p:cNvSpPr txBox="1"/>
          <p:nvPr>
            <p:ph idx="1" type="subTitle"/>
          </p:nvPr>
        </p:nvSpPr>
        <p:spPr>
          <a:xfrm>
            <a:off x="5265067" y="3569734"/>
            <a:ext cx="6588000" cy="25731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478" name="Google Shape;478;p30"/>
          <p:cNvSpPr txBox="1"/>
          <p:nvPr>
            <p:ph type="title"/>
          </p:nvPr>
        </p:nvSpPr>
        <p:spPr>
          <a:xfrm>
            <a:off x="5265067" y="2609267"/>
            <a:ext cx="6621900" cy="7836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1"/>
          <p:cNvSpPr txBox="1"/>
          <p:nvPr>
            <p:ph idx="1" type="subTitle"/>
          </p:nvPr>
        </p:nvSpPr>
        <p:spPr>
          <a:xfrm>
            <a:off x="6376033" y="2308667"/>
            <a:ext cx="2569200" cy="402000"/>
          </a:xfrm>
          <a:prstGeom prst="rect">
            <a:avLst/>
          </a:prstGeom>
        </p:spPr>
        <p:txBody>
          <a:bodyPr anchorCtr="0" anchor="b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481" name="Google Shape;481;p31"/>
          <p:cNvSpPr txBox="1"/>
          <p:nvPr>
            <p:ph type="title"/>
          </p:nvPr>
        </p:nvSpPr>
        <p:spPr>
          <a:xfrm>
            <a:off x="1856801" y="1115433"/>
            <a:ext cx="42735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2" name="Google Shape;482;p31"/>
          <p:cNvSpPr/>
          <p:nvPr/>
        </p:nvSpPr>
        <p:spPr>
          <a:xfrm>
            <a:off x="1" y="1683767"/>
            <a:ext cx="1583700" cy="1724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3" name="Google Shape;483;p31"/>
          <p:cNvSpPr/>
          <p:nvPr/>
        </p:nvSpPr>
        <p:spPr>
          <a:xfrm>
            <a:off x="1" y="3408370"/>
            <a:ext cx="1583700" cy="1724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4" name="Google Shape;484;p31"/>
          <p:cNvSpPr/>
          <p:nvPr/>
        </p:nvSpPr>
        <p:spPr>
          <a:xfrm>
            <a:off x="1" y="5133107"/>
            <a:ext cx="1583700" cy="1724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5" name="Google Shape;485;p31"/>
          <p:cNvSpPr/>
          <p:nvPr/>
        </p:nvSpPr>
        <p:spPr>
          <a:xfrm>
            <a:off x="0" y="0"/>
            <a:ext cx="1583700" cy="168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6" name="Google Shape;486;p31"/>
          <p:cNvSpPr txBox="1"/>
          <p:nvPr>
            <p:ph idx="2" type="subTitle"/>
          </p:nvPr>
        </p:nvSpPr>
        <p:spPr>
          <a:xfrm>
            <a:off x="6593177" y="2500200"/>
            <a:ext cx="2113200" cy="4020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7" name="Google Shape;487;p31"/>
          <p:cNvSpPr txBox="1"/>
          <p:nvPr>
            <p:ph idx="3" type="subTitle"/>
          </p:nvPr>
        </p:nvSpPr>
        <p:spPr>
          <a:xfrm>
            <a:off x="6376033" y="3576636"/>
            <a:ext cx="2569200" cy="402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488" name="Google Shape;488;p31"/>
          <p:cNvSpPr txBox="1"/>
          <p:nvPr>
            <p:ph idx="4" type="subTitle"/>
          </p:nvPr>
        </p:nvSpPr>
        <p:spPr>
          <a:xfrm>
            <a:off x="6593177" y="3768167"/>
            <a:ext cx="2113200" cy="4020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9" name="Google Shape;489;p31"/>
          <p:cNvSpPr txBox="1"/>
          <p:nvPr>
            <p:ph idx="5" type="subTitle"/>
          </p:nvPr>
        </p:nvSpPr>
        <p:spPr>
          <a:xfrm>
            <a:off x="6376033" y="4837334"/>
            <a:ext cx="2569200" cy="402000"/>
          </a:xfrm>
          <a:prstGeom prst="rect">
            <a:avLst/>
          </a:prstGeom>
        </p:spPr>
        <p:txBody>
          <a:bodyPr anchorCtr="0" anchor="b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490" name="Google Shape;490;p31"/>
          <p:cNvSpPr txBox="1"/>
          <p:nvPr>
            <p:ph idx="6" type="subTitle"/>
          </p:nvPr>
        </p:nvSpPr>
        <p:spPr>
          <a:xfrm>
            <a:off x="6593177" y="5028867"/>
            <a:ext cx="2113200" cy="4020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1" name="Google Shape;491;p31"/>
          <p:cNvSpPr txBox="1"/>
          <p:nvPr>
            <p:ph idx="7" type="subTitle"/>
          </p:nvPr>
        </p:nvSpPr>
        <p:spPr>
          <a:xfrm>
            <a:off x="9497833" y="2308667"/>
            <a:ext cx="2330400" cy="402000"/>
          </a:xfrm>
          <a:prstGeom prst="rect">
            <a:avLst/>
          </a:prstGeom>
        </p:spPr>
        <p:txBody>
          <a:bodyPr anchorCtr="0" anchor="b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492" name="Google Shape;492;p31"/>
          <p:cNvSpPr txBox="1"/>
          <p:nvPr>
            <p:ph idx="8" type="subTitle"/>
          </p:nvPr>
        </p:nvSpPr>
        <p:spPr>
          <a:xfrm>
            <a:off x="9704039" y="2500200"/>
            <a:ext cx="2183100" cy="4020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3" name="Google Shape;493;p31"/>
          <p:cNvSpPr txBox="1"/>
          <p:nvPr>
            <p:ph idx="9" type="subTitle"/>
          </p:nvPr>
        </p:nvSpPr>
        <p:spPr>
          <a:xfrm>
            <a:off x="9497833" y="3576636"/>
            <a:ext cx="2330400" cy="402000"/>
          </a:xfrm>
          <a:prstGeom prst="rect">
            <a:avLst/>
          </a:prstGeom>
        </p:spPr>
        <p:txBody>
          <a:bodyPr anchorCtr="0" anchor="b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494" name="Google Shape;494;p31"/>
          <p:cNvSpPr txBox="1"/>
          <p:nvPr>
            <p:ph idx="13" type="subTitle"/>
          </p:nvPr>
        </p:nvSpPr>
        <p:spPr>
          <a:xfrm>
            <a:off x="9704039" y="3768169"/>
            <a:ext cx="2183100" cy="4020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5" name="Google Shape;495;p31"/>
          <p:cNvSpPr txBox="1"/>
          <p:nvPr>
            <p:ph idx="14" type="subTitle"/>
          </p:nvPr>
        </p:nvSpPr>
        <p:spPr>
          <a:xfrm>
            <a:off x="9497833" y="4837333"/>
            <a:ext cx="2330400" cy="402000"/>
          </a:xfrm>
          <a:prstGeom prst="rect">
            <a:avLst/>
          </a:prstGeom>
        </p:spPr>
        <p:txBody>
          <a:bodyPr anchorCtr="0" anchor="b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496" name="Google Shape;496;p31"/>
          <p:cNvSpPr txBox="1"/>
          <p:nvPr>
            <p:ph idx="15" type="subTitle"/>
          </p:nvPr>
        </p:nvSpPr>
        <p:spPr>
          <a:xfrm>
            <a:off x="9704039" y="5028867"/>
            <a:ext cx="2183100" cy="4020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2"/>
          <p:cNvSpPr txBox="1"/>
          <p:nvPr>
            <p:ph idx="1" type="subTitle"/>
          </p:nvPr>
        </p:nvSpPr>
        <p:spPr>
          <a:xfrm>
            <a:off x="7615047" y="2308667"/>
            <a:ext cx="3795600" cy="402000"/>
          </a:xfrm>
          <a:prstGeom prst="rect">
            <a:avLst/>
          </a:prstGeom>
        </p:spPr>
        <p:txBody>
          <a:bodyPr anchorCtr="0" anchor="b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499" name="Google Shape;499;p32"/>
          <p:cNvSpPr txBox="1"/>
          <p:nvPr>
            <p:ph type="title"/>
          </p:nvPr>
        </p:nvSpPr>
        <p:spPr>
          <a:xfrm>
            <a:off x="1856801" y="1115433"/>
            <a:ext cx="4273500" cy="7836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0" name="Google Shape;500;p32"/>
          <p:cNvSpPr/>
          <p:nvPr/>
        </p:nvSpPr>
        <p:spPr>
          <a:xfrm>
            <a:off x="1" y="1683767"/>
            <a:ext cx="1583700" cy="1724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1" name="Google Shape;501;p32"/>
          <p:cNvSpPr/>
          <p:nvPr/>
        </p:nvSpPr>
        <p:spPr>
          <a:xfrm>
            <a:off x="1" y="3408370"/>
            <a:ext cx="1583700" cy="1724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2" name="Google Shape;502;p32"/>
          <p:cNvSpPr/>
          <p:nvPr/>
        </p:nvSpPr>
        <p:spPr>
          <a:xfrm>
            <a:off x="1" y="5133107"/>
            <a:ext cx="1583700" cy="1724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3" name="Google Shape;503;p32"/>
          <p:cNvSpPr/>
          <p:nvPr/>
        </p:nvSpPr>
        <p:spPr>
          <a:xfrm>
            <a:off x="0" y="0"/>
            <a:ext cx="1583700" cy="168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4" name="Google Shape;504;p32"/>
          <p:cNvSpPr txBox="1"/>
          <p:nvPr>
            <p:ph idx="2" type="subTitle"/>
          </p:nvPr>
        </p:nvSpPr>
        <p:spPr>
          <a:xfrm>
            <a:off x="7615047" y="3000633"/>
            <a:ext cx="3795600" cy="402000"/>
          </a:xfrm>
          <a:prstGeom prst="rect">
            <a:avLst/>
          </a:prstGeom>
        </p:spPr>
        <p:txBody>
          <a:bodyPr anchorCtr="0" anchor="b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505" name="Google Shape;505;p32"/>
          <p:cNvSpPr txBox="1"/>
          <p:nvPr>
            <p:ph idx="3" type="subTitle"/>
          </p:nvPr>
        </p:nvSpPr>
        <p:spPr>
          <a:xfrm>
            <a:off x="7615047" y="3692600"/>
            <a:ext cx="3795600" cy="402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506" name="Google Shape;506;p32"/>
          <p:cNvSpPr txBox="1"/>
          <p:nvPr>
            <p:ph idx="4" type="subTitle"/>
          </p:nvPr>
        </p:nvSpPr>
        <p:spPr>
          <a:xfrm>
            <a:off x="7615047" y="4384567"/>
            <a:ext cx="3795600" cy="402000"/>
          </a:xfrm>
          <a:prstGeom prst="rect">
            <a:avLst/>
          </a:prstGeom>
        </p:spPr>
        <p:txBody>
          <a:bodyPr anchorCtr="0" anchor="b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507" name="Google Shape;507;p32"/>
          <p:cNvSpPr txBox="1"/>
          <p:nvPr>
            <p:ph idx="5" type="subTitle"/>
          </p:nvPr>
        </p:nvSpPr>
        <p:spPr>
          <a:xfrm>
            <a:off x="7615047" y="5076533"/>
            <a:ext cx="3795600" cy="402000"/>
          </a:xfrm>
          <a:prstGeom prst="rect">
            <a:avLst/>
          </a:prstGeom>
        </p:spPr>
        <p:txBody>
          <a:bodyPr anchorCtr="0" anchor="b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508" name="Google Shape;508;p32"/>
          <p:cNvSpPr txBox="1"/>
          <p:nvPr>
            <p:ph idx="6" type="subTitle"/>
          </p:nvPr>
        </p:nvSpPr>
        <p:spPr>
          <a:xfrm>
            <a:off x="7615047" y="5768500"/>
            <a:ext cx="3795600" cy="402000"/>
          </a:xfrm>
          <a:prstGeom prst="rect">
            <a:avLst/>
          </a:prstGeom>
        </p:spPr>
        <p:txBody>
          <a:bodyPr anchorCtr="0" anchor="b" bIns="12190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3"/>
          <p:cNvSpPr/>
          <p:nvPr/>
        </p:nvSpPr>
        <p:spPr>
          <a:xfrm rot="5400000">
            <a:off x="595567" y="-606533"/>
            <a:ext cx="3617100" cy="48075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11" name="Google Shape;511;p33"/>
          <p:cNvSpPr txBox="1"/>
          <p:nvPr>
            <p:ph type="title"/>
          </p:nvPr>
        </p:nvSpPr>
        <p:spPr>
          <a:xfrm>
            <a:off x="304800" y="700267"/>
            <a:ext cx="4206000" cy="7836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3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12" name="Google Shape;512;p33"/>
          <p:cNvSpPr txBox="1"/>
          <p:nvPr>
            <p:ph idx="1" type="subTitle"/>
          </p:nvPr>
        </p:nvSpPr>
        <p:spPr>
          <a:xfrm>
            <a:off x="304800" y="1580767"/>
            <a:ext cx="3742500" cy="12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None/>
              <a:defRPr/>
            </a:lvl9pPr>
          </a:lstStyle>
          <a:p/>
        </p:txBody>
      </p:sp>
      <p:sp>
        <p:nvSpPr>
          <p:cNvPr id="513" name="Google Shape;513;p33"/>
          <p:cNvSpPr txBox="1"/>
          <p:nvPr>
            <p:ph idx="2" type="subTitle"/>
          </p:nvPr>
        </p:nvSpPr>
        <p:spPr>
          <a:xfrm>
            <a:off x="6379067" y="2129667"/>
            <a:ext cx="1164900" cy="44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514" name="Google Shape;514;p33"/>
          <p:cNvSpPr txBox="1"/>
          <p:nvPr>
            <p:ph idx="3" type="subTitle"/>
          </p:nvPr>
        </p:nvSpPr>
        <p:spPr>
          <a:xfrm>
            <a:off x="8172000" y="2133400"/>
            <a:ext cx="2516400" cy="86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ed Hat Display SemiBold"/>
              <a:buNone/>
              <a:defRPr sz="13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515" name="Google Shape;515;p33"/>
          <p:cNvSpPr txBox="1"/>
          <p:nvPr>
            <p:ph idx="4" type="subTitle"/>
          </p:nvPr>
        </p:nvSpPr>
        <p:spPr>
          <a:xfrm>
            <a:off x="8172000" y="3559567"/>
            <a:ext cx="2516400" cy="86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516" name="Google Shape;516;p33"/>
          <p:cNvSpPr txBox="1"/>
          <p:nvPr>
            <p:ph idx="5" type="subTitle"/>
          </p:nvPr>
        </p:nvSpPr>
        <p:spPr>
          <a:xfrm>
            <a:off x="8172000" y="4985667"/>
            <a:ext cx="2516400" cy="86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517" name="Google Shape;517;p33"/>
          <p:cNvSpPr txBox="1"/>
          <p:nvPr>
            <p:ph idx="6" type="subTitle"/>
          </p:nvPr>
        </p:nvSpPr>
        <p:spPr>
          <a:xfrm>
            <a:off x="6379067" y="3557667"/>
            <a:ext cx="1164900" cy="44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518" name="Google Shape;518;p33"/>
          <p:cNvSpPr txBox="1"/>
          <p:nvPr>
            <p:ph idx="7" type="subTitle"/>
          </p:nvPr>
        </p:nvSpPr>
        <p:spPr>
          <a:xfrm>
            <a:off x="6379067" y="4985667"/>
            <a:ext cx="1164900" cy="44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 SemiBold"/>
              <a:buNone/>
              <a:defRPr sz="13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4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23" name="Google Shape;523;p3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26" name="Google Shape;526;p36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27" name="Google Shape;527;p36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1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1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1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1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1100"/>
              </a:spcBef>
              <a:spcAft>
                <a:spcPts val="110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30" name="Google Shape;530;p3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35" name="Google Shape;535;p3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6" name="Google Shape;536;p3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41" name="Google Shape;541;p4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45" name="Google Shape;545;p43"/>
          <p:cNvSpPr txBox="1"/>
          <p:nvPr>
            <p:ph idx="1" type="body"/>
          </p:nvPr>
        </p:nvSpPr>
        <p:spPr>
          <a:xfrm>
            <a:off x="415600" y="1536633"/>
            <a:ext cx="5965200" cy="45552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311150" lvl="1" marL="91440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1100"/>
              </a:spcBef>
              <a:spcAft>
                <a:spcPts val="110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46" name="Google Shape;546;p43"/>
          <p:cNvSpPr/>
          <p:nvPr>
            <p:ph idx="2" type="pic"/>
          </p:nvPr>
        </p:nvSpPr>
        <p:spPr>
          <a:xfrm>
            <a:off x="6656032" y="1537033"/>
            <a:ext cx="5120400" cy="45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4"/>
          <p:cNvSpPr txBox="1"/>
          <p:nvPr>
            <p:ph type="title"/>
          </p:nvPr>
        </p:nvSpPr>
        <p:spPr>
          <a:xfrm>
            <a:off x="644233" y="600033"/>
            <a:ext cx="10912800" cy="1010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49" name="Google Shape;549;p44"/>
          <p:cNvSpPr txBox="1"/>
          <p:nvPr>
            <p:ph idx="1" type="body"/>
          </p:nvPr>
        </p:nvSpPr>
        <p:spPr>
          <a:xfrm>
            <a:off x="644200" y="2983717"/>
            <a:ext cx="4826400" cy="31647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311150" lvl="1" marL="91440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1100"/>
              </a:spcBef>
              <a:spcAft>
                <a:spcPts val="110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50" name="Google Shape;550;p44"/>
          <p:cNvSpPr txBox="1"/>
          <p:nvPr>
            <p:ph idx="2" type="body"/>
          </p:nvPr>
        </p:nvSpPr>
        <p:spPr>
          <a:xfrm>
            <a:off x="6730667" y="2983717"/>
            <a:ext cx="4826400" cy="316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51" name="Google Shape;551;p44"/>
          <p:cNvSpPr txBox="1"/>
          <p:nvPr>
            <p:ph idx="3" type="subTitle"/>
          </p:nvPr>
        </p:nvSpPr>
        <p:spPr>
          <a:xfrm>
            <a:off x="644200" y="1781548"/>
            <a:ext cx="4826400" cy="72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52" name="Google Shape;552;p44"/>
          <p:cNvSpPr txBox="1"/>
          <p:nvPr>
            <p:ph idx="4" type="subTitle"/>
          </p:nvPr>
        </p:nvSpPr>
        <p:spPr>
          <a:xfrm>
            <a:off x="6730667" y="1781548"/>
            <a:ext cx="4826400" cy="72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5"/>
          <p:cNvSpPr txBox="1"/>
          <p:nvPr>
            <p:ph idx="1" type="body"/>
          </p:nvPr>
        </p:nvSpPr>
        <p:spPr>
          <a:xfrm>
            <a:off x="644233" y="3223333"/>
            <a:ext cx="3273900" cy="31647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311150" lvl="1" marL="91440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1100"/>
              </a:spcBef>
              <a:spcAft>
                <a:spcPts val="110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55" name="Google Shape;555;p45"/>
          <p:cNvSpPr txBox="1"/>
          <p:nvPr>
            <p:ph idx="2" type="body"/>
          </p:nvPr>
        </p:nvSpPr>
        <p:spPr>
          <a:xfrm>
            <a:off x="4463633" y="3223333"/>
            <a:ext cx="3273900" cy="316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56" name="Google Shape;556;p45"/>
          <p:cNvSpPr txBox="1"/>
          <p:nvPr>
            <p:ph type="title"/>
          </p:nvPr>
        </p:nvSpPr>
        <p:spPr>
          <a:xfrm>
            <a:off x="644233" y="600033"/>
            <a:ext cx="10912800" cy="1010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57" name="Google Shape;557;p45"/>
          <p:cNvSpPr txBox="1"/>
          <p:nvPr>
            <p:ph idx="3" type="subTitle"/>
          </p:nvPr>
        </p:nvSpPr>
        <p:spPr>
          <a:xfrm>
            <a:off x="644233" y="1781533"/>
            <a:ext cx="3273900" cy="103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58" name="Google Shape;558;p45"/>
          <p:cNvSpPr txBox="1"/>
          <p:nvPr>
            <p:ph idx="4" type="subTitle"/>
          </p:nvPr>
        </p:nvSpPr>
        <p:spPr>
          <a:xfrm>
            <a:off x="4463633" y="1781533"/>
            <a:ext cx="3273900" cy="103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59" name="Google Shape;559;p45"/>
          <p:cNvSpPr txBox="1"/>
          <p:nvPr>
            <p:ph idx="5" type="subTitle"/>
          </p:nvPr>
        </p:nvSpPr>
        <p:spPr>
          <a:xfrm>
            <a:off x="8283033" y="1781533"/>
            <a:ext cx="3273900" cy="103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60" name="Google Shape;560;p45"/>
          <p:cNvSpPr txBox="1"/>
          <p:nvPr>
            <p:ph idx="6" type="body"/>
          </p:nvPr>
        </p:nvSpPr>
        <p:spPr>
          <a:xfrm>
            <a:off x="8283033" y="3223333"/>
            <a:ext cx="3273900" cy="316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6"/>
          <p:cNvSpPr txBox="1"/>
          <p:nvPr>
            <p:ph idx="1" type="body"/>
          </p:nvPr>
        </p:nvSpPr>
        <p:spPr>
          <a:xfrm>
            <a:off x="488967" y="2345458"/>
            <a:ext cx="5118000" cy="1518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11150" lvl="1" marL="91440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1100"/>
              </a:spcBef>
              <a:spcAft>
                <a:spcPts val="110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63" name="Google Shape;563;p46"/>
          <p:cNvSpPr txBox="1"/>
          <p:nvPr>
            <p:ph idx="2" type="body"/>
          </p:nvPr>
        </p:nvSpPr>
        <p:spPr>
          <a:xfrm>
            <a:off x="6584967" y="2345458"/>
            <a:ext cx="5118000" cy="151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64" name="Google Shape;564;p46"/>
          <p:cNvSpPr txBox="1"/>
          <p:nvPr>
            <p:ph idx="3" type="body"/>
          </p:nvPr>
        </p:nvSpPr>
        <p:spPr>
          <a:xfrm>
            <a:off x="489000" y="4864767"/>
            <a:ext cx="5118000" cy="151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65" name="Google Shape;565;p46"/>
          <p:cNvSpPr txBox="1"/>
          <p:nvPr>
            <p:ph idx="4" type="body"/>
          </p:nvPr>
        </p:nvSpPr>
        <p:spPr>
          <a:xfrm>
            <a:off x="6585000" y="4864767"/>
            <a:ext cx="5118000" cy="151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66" name="Google Shape;566;p46"/>
          <p:cNvSpPr txBox="1"/>
          <p:nvPr>
            <p:ph type="title"/>
          </p:nvPr>
        </p:nvSpPr>
        <p:spPr>
          <a:xfrm>
            <a:off x="489000" y="600033"/>
            <a:ext cx="10912800" cy="1010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67" name="Google Shape;567;p46"/>
          <p:cNvSpPr txBox="1"/>
          <p:nvPr>
            <p:ph idx="5" type="subTitle"/>
          </p:nvPr>
        </p:nvSpPr>
        <p:spPr>
          <a:xfrm>
            <a:off x="489017" y="1703876"/>
            <a:ext cx="51180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68" name="Google Shape;568;p46"/>
          <p:cNvSpPr txBox="1"/>
          <p:nvPr>
            <p:ph idx="6" type="subTitle"/>
          </p:nvPr>
        </p:nvSpPr>
        <p:spPr>
          <a:xfrm>
            <a:off x="6584983" y="1703876"/>
            <a:ext cx="51180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69" name="Google Shape;569;p46"/>
          <p:cNvSpPr txBox="1"/>
          <p:nvPr>
            <p:ph idx="7" type="subTitle"/>
          </p:nvPr>
        </p:nvSpPr>
        <p:spPr>
          <a:xfrm>
            <a:off x="6585014" y="4223150"/>
            <a:ext cx="51180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70" name="Google Shape;570;p46"/>
          <p:cNvSpPr txBox="1"/>
          <p:nvPr>
            <p:ph idx="8" type="subTitle"/>
          </p:nvPr>
        </p:nvSpPr>
        <p:spPr>
          <a:xfrm>
            <a:off x="489000" y="4223150"/>
            <a:ext cx="51180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73" name="Google Shape;573;p47"/>
          <p:cNvSpPr/>
          <p:nvPr>
            <p:ph idx="2" type="pic"/>
          </p:nvPr>
        </p:nvSpPr>
        <p:spPr>
          <a:xfrm>
            <a:off x="415600" y="1560567"/>
            <a:ext cx="113607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8"/>
          <p:cNvSpPr txBox="1"/>
          <p:nvPr>
            <p:ph idx="1" type="body"/>
          </p:nvPr>
        </p:nvSpPr>
        <p:spPr>
          <a:xfrm>
            <a:off x="415600" y="5440300"/>
            <a:ext cx="5370000" cy="12348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1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1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1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1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1100"/>
              </a:spcBef>
              <a:spcAft>
                <a:spcPts val="1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76" name="Google Shape;576;p48"/>
          <p:cNvSpPr/>
          <p:nvPr>
            <p:ph idx="2" type="pic"/>
          </p:nvPr>
        </p:nvSpPr>
        <p:spPr>
          <a:xfrm>
            <a:off x="6406433" y="1511067"/>
            <a:ext cx="53700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577" name="Google Shape;577;p48"/>
          <p:cNvSpPr/>
          <p:nvPr>
            <p:ph idx="3" type="pic"/>
          </p:nvPr>
        </p:nvSpPr>
        <p:spPr>
          <a:xfrm>
            <a:off x="415633" y="1511067"/>
            <a:ext cx="53700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48"/>
          <p:cNvSpPr txBox="1"/>
          <p:nvPr>
            <p:ph idx="4" type="body"/>
          </p:nvPr>
        </p:nvSpPr>
        <p:spPr>
          <a:xfrm>
            <a:off x="6406433" y="5440300"/>
            <a:ext cx="5370000" cy="1234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79" name="Google Shape;579;p4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80" name="Google Shape;580;p48"/>
          <p:cNvSpPr txBox="1"/>
          <p:nvPr>
            <p:ph idx="5" type="subTitle"/>
          </p:nvPr>
        </p:nvSpPr>
        <p:spPr>
          <a:xfrm>
            <a:off x="415633" y="4777200"/>
            <a:ext cx="53700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1" name="Google Shape;581;p48"/>
          <p:cNvSpPr txBox="1"/>
          <p:nvPr>
            <p:ph idx="6" type="subTitle"/>
          </p:nvPr>
        </p:nvSpPr>
        <p:spPr>
          <a:xfrm>
            <a:off x="6406433" y="4777200"/>
            <a:ext cx="53700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9"/>
          <p:cNvSpPr txBox="1"/>
          <p:nvPr>
            <p:ph idx="1" type="body"/>
          </p:nvPr>
        </p:nvSpPr>
        <p:spPr>
          <a:xfrm>
            <a:off x="415600" y="5215600"/>
            <a:ext cx="3502800" cy="13581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sp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1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1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1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1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1100"/>
              </a:spcBef>
              <a:spcAft>
                <a:spcPts val="1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84" name="Google Shape;584;p49"/>
          <p:cNvSpPr/>
          <p:nvPr>
            <p:ph idx="2" type="pic"/>
          </p:nvPr>
        </p:nvSpPr>
        <p:spPr>
          <a:xfrm>
            <a:off x="8273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9"/>
          <p:cNvSpPr/>
          <p:nvPr>
            <p:ph idx="3" type="pic"/>
          </p:nvPr>
        </p:nvSpPr>
        <p:spPr>
          <a:xfrm>
            <a:off x="415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49"/>
          <p:cNvSpPr txBox="1"/>
          <p:nvPr>
            <p:ph idx="4" type="body"/>
          </p:nvPr>
        </p:nvSpPr>
        <p:spPr>
          <a:xfrm>
            <a:off x="8273633" y="5215600"/>
            <a:ext cx="3502800" cy="1358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87" name="Google Shape;587;p49"/>
          <p:cNvSpPr/>
          <p:nvPr>
            <p:ph idx="5" type="pic"/>
          </p:nvPr>
        </p:nvSpPr>
        <p:spPr>
          <a:xfrm>
            <a:off x="43403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49"/>
          <p:cNvSpPr txBox="1"/>
          <p:nvPr>
            <p:ph idx="6" type="body"/>
          </p:nvPr>
        </p:nvSpPr>
        <p:spPr>
          <a:xfrm>
            <a:off x="4340333" y="5215600"/>
            <a:ext cx="3502800" cy="1358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89" name="Google Shape;589;p4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90" name="Google Shape;590;p49"/>
          <p:cNvSpPr txBox="1"/>
          <p:nvPr>
            <p:ph idx="7" type="subTitle"/>
          </p:nvPr>
        </p:nvSpPr>
        <p:spPr>
          <a:xfrm>
            <a:off x="415633" y="4574000"/>
            <a:ext cx="35028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1" name="Google Shape;591;p49"/>
          <p:cNvSpPr txBox="1"/>
          <p:nvPr>
            <p:ph idx="8" type="subTitle"/>
          </p:nvPr>
        </p:nvSpPr>
        <p:spPr>
          <a:xfrm>
            <a:off x="8273633" y="4574000"/>
            <a:ext cx="35028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2" name="Google Shape;592;p49"/>
          <p:cNvSpPr txBox="1"/>
          <p:nvPr>
            <p:ph idx="9" type="subTitle"/>
          </p:nvPr>
        </p:nvSpPr>
        <p:spPr>
          <a:xfrm>
            <a:off x="4340333" y="4574000"/>
            <a:ext cx="3502800" cy="6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0"/>
          <p:cNvSpPr/>
          <p:nvPr>
            <p:ph idx="2" type="pic"/>
          </p:nvPr>
        </p:nvSpPr>
        <p:spPr>
          <a:xfrm>
            <a:off x="415600" y="593367"/>
            <a:ext cx="11360700" cy="562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1"/>
          <p:cNvSpPr/>
          <p:nvPr>
            <p:ph idx="2" type="pic"/>
          </p:nvPr>
        </p:nvSpPr>
        <p:spPr>
          <a:xfrm>
            <a:off x="4519467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97" name="Google Shape;597;p51"/>
          <p:cNvSpPr/>
          <p:nvPr>
            <p:ph idx="3" type="pic"/>
          </p:nvPr>
        </p:nvSpPr>
        <p:spPr>
          <a:xfrm>
            <a:off x="6927913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98" name="Google Shape;598;p51"/>
          <p:cNvSpPr/>
          <p:nvPr>
            <p:ph idx="4" type="pic"/>
          </p:nvPr>
        </p:nvSpPr>
        <p:spPr>
          <a:xfrm>
            <a:off x="9336360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99" name="Google Shape;599;p51"/>
          <p:cNvSpPr/>
          <p:nvPr>
            <p:ph idx="5" type="pic"/>
          </p:nvPr>
        </p:nvSpPr>
        <p:spPr>
          <a:xfrm>
            <a:off x="4519450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600" name="Google Shape;600;p51"/>
          <p:cNvSpPr/>
          <p:nvPr>
            <p:ph idx="6" type="pic"/>
          </p:nvPr>
        </p:nvSpPr>
        <p:spPr>
          <a:xfrm>
            <a:off x="6927897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51"/>
          <p:cNvSpPr/>
          <p:nvPr>
            <p:ph idx="7" type="pic"/>
          </p:nvPr>
        </p:nvSpPr>
        <p:spPr>
          <a:xfrm>
            <a:off x="9336343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51"/>
          <p:cNvSpPr txBox="1"/>
          <p:nvPr>
            <p:ph type="title"/>
          </p:nvPr>
        </p:nvSpPr>
        <p:spPr>
          <a:xfrm>
            <a:off x="468733" y="593367"/>
            <a:ext cx="3462300" cy="227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03" name="Google Shape;603;p51"/>
          <p:cNvSpPr/>
          <p:nvPr>
            <p:ph idx="8" type="pic"/>
          </p:nvPr>
        </p:nvSpPr>
        <p:spPr>
          <a:xfrm>
            <a:off x="4519450" y="4652649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51"/>
          <p:cNvSpPr/>
          <p:nvPr>
            <p:ph idx="9" type="pic"/>
          </p:nvPr>
        </p:nvSpPr>
        <p:spPr>
          <a:xfrm>
            <a:off x="6927897" y="4652649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51"/>
          <p:cNvSpPr/>
          <p:nvPr>
            <p:ph idx="13" type="pic"/>
          </p:nvPr>
        </p:nvSpPr>
        <p:spPr>
          <a:xfrm>
            <a:off x="9336343" y="4652649"/>
            <a:ext cx="21915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41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8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28.xml"/><Relationship Id="rId42" Type="http://schemas.openxmlformats.org/officeDocument/2006/relationships/theme" Target="../theme/theme2.xml"/><Relationship Id="rId4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1.xml"/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26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33.xml"/><Relationship Id="rId28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29" Type="http://schemas.openxmlformats.org/officeDocument/2006/relationships/slideLayout" Target="../slideLayouts/slideLayout37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31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19.xml"/><Relationship Id="rId33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18.xml"/><Relationship Id="rId3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21.xml"/><Relationship Id="rId35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20.xml"/><Relationship Id="rId3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23.xml"/><Relationship Id="rId37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22.xml"/><Relationship Id="rId3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25.xml"/><Relationship Id="rId39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24.xml"/><Relationship Id="rId3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1476827" y="257543"/>
            <a:ext cx="1241077" cy="240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|  </a:t>
            </a:r>
            <a:fld id="{00000000-1234-1234-1234-123412341234}" type="slidenum">
              <a:rPr b="0" i="0" lang="en-US" sz="11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58433" y="198708"/>
            <a:ext cx="556192" cy="218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18566" y="304811"/>
            <a:ext cx="2258261" cy="13495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304800" y="2527200"/>
            <a:ext cx="7680900" cy="4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0">
            <a:sp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Char char="●"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11150" lvl="1" marL="91440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Char char="○"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11150" lvl="2" marL="137160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Char char="■"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11150" lvl="3" marL="182880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Char char="●"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11150" lvl="4" marL="228600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Char char="○"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11150" lvl="5" marL="274320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Char char="■"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11150" lvl="6" marL="320040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Char char="●"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11150" lvl="7" marL="365760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ed Hat Display"/>
              <a:buChar char="○"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11150" lvl="8" marL="411480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lt1"/>
              </a:buClr>
              <a:buSzPts val="1300"/>
              <a:buFont typeface="Red Hat Display"/>
              <a:buChar char="■"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51800" y="416533"/>
            <a:ext cx="59595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ed Hat Display"/>
              <a:buNone/>
              <a:defRPr sz="3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ed Hat Display"/>
              <a:buNone/>
              <a:defRPr sz="3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ed Hat Display"/>
              <a:buNone/>
              <a:defRPr sz="3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ed Hat Display"/>
              <a:buNone/>
              <a:defRPr sz="3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ed Hat Display"/>
              <a:buNone/>
              <a:defRPr sz="3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ed Hat Display"/>
              <a:buNone/>
              <a:defRPr sz="3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ed Hat Display"/>
              <a:buNone/>
              <a:defRPr sz="3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ed Hat Display"/>
              <a:buNone/>
              <a:defRPr sz="3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ed Hat Display"/>
              <a:buNone/>
              <a:defRPr sz="3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6031733" y="2644033"/>
            <a:ext cx="5391300" cy="3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●"/>
              <a:defRPr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○"/>
              <a:defRPr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Char char="■"/>
              <a:defRPr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89" r:id="rId34"/>
    <p:sldLayoutId id="2147483690" r:id="rId35"/>
    <p:sldLayoutId id="2147483691" r:id="rId36"/>
    <p:sldLayoutId id="2147483692" r:id="rId37"/>
    <p:sldLayoutId id="2147483693" r:id="rId38"/>
    <p:sldLayoutId id="2147483694" r:id="rId39"/>
    <p:sldLayoutId id="2147483695" r:id="rId40"/>
    <p:sldLayoutId id="2147483696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488">
          <p15:clr>
            <a:srgbClr val="E46962"/>
          </p15:clr>
        </p15:guide>
        <p15:guide id="2" pos="192">
          <p15:clr>
            <a:srgbClr val="E46962"/>
          </p15:clr>
        </p15:guide>
        <p15:guide id="3" orient="horz" pos="192">
          <p15:clr>
            <a:srgbClr val="E46962"/>
          </p15:clr>
        </p15:guide>
        <p15:guide id="4" orient="horz" pos="4126">
          <p15:clr>
            <a:srgbClr val="E46962"/>
          </p15:clr>
        </p15:guide>
        <p15:guide id="5" pos="3801">
          <p15:clr>
            <a:srgbClr val="E46962"/>
          </p15:clr>
        </p15:guide>
        <p15:guide id="6" pos="3879">
          <p15:clr>
            <a:srgbClr val="E46962"/>
          </p15:clr>
        </p15:guide>
        <p15:guide id="7" pos="1957">
          <p15:clr>
            <a:srgbClr val="E46962"/>
          </p15:clr>
        </p15:guide>
        <p15:guide id="8" pos="2036">
          <p15:clr>
            <a:srgbClr val="E46962"/>
          </p15:clr>
        </p15:guide>
        <p15:guide id="9" pos="5635">
          <p15:clr>
            <a:srgbClr val="E46962"/>
          </p15:clr>
        </p15:guide>
        <p15:guide id="10" pos="5714">
          <p15:clr>
            <a:srgbClr val="E46962"/>
          </p15:clr>
        </p15:guide>
        <p15:guide id="11" pos="5030">
          <p15:clr>
            <a:srgbClr val="E46962"/>
          </p15:clr>
        </p15:guide>
        <p15:guide id="12" pos="5107">
          <p15:clr>
            <a:srgbClr val="E46962"/>
          </p15:clr>
        </p15:guide>
        <p15:guide id="13" pos="2573">
          <p15:clr>
            <a:srgbClr val="E46962"/>
          </p15:clr>
        </p15:guide>
        <p15:guide id="14" pos="2650">
          <p15:clr>
            <a:srgbClr val="E46962"/>
          </p15:clr>
        </p15:guide>
        <p15:guide id="15" orient="horz" pos="384">
          <p15:clr>
            <a:srgbClr val="E46962"/>
          </p15:clr>
        </p15:guide>
        <p15:guide id="16" orient="horz" pos="3934">
          <p15:clr>
            <a:srgbClr val="E46962"/>
          </p15:clr>
        </p15:guide>
        <p15:guide id="17" orient="horz" pos="1513">
          <p15:clr>
            <a:srgbClr val="E46962"/>
          </p15:clr>
        </p15:guide>
        <p15:guide id="18" orient="horz" pos="1592">
          <p15:clr>
            <a:srgbClr val="E46962"/>
          </p15:clr>
        </p15:guide>
        <p15:guide id="19" orient="horz" pos="2725">
          <p15:clr>
            <a:srgbClr val="E46962"/>
          </p15:clr>
        </p15:guide>
        <p15:guide id="20" orient="horz" pos="28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drive.google.com/file/d/1BuugCHyQUMgHXhlxHulgXzTIX0KmQ5lO/view" TargetMode="External"/><Relationship Id="rId4" Type="http://schemas.openxmlformats.org/officeDocument/2006/relationships/image" Target="../media/image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2"/>
          <p:cNvSpPr txBox="1"/>
          <p:nvPr>
            <p:ph type="title"/>
          </p:nvPr>
        </p:nvSpPr>
        <p:spPr>
          <a:xfrm>
            <a:off x="304800" y="1214250"/>
            <a:ext cx="6789600" cy="27345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Easier BEACON: Making Automated Fuzzing Simpler</a:t>
            </a:r>
            <a:endParaRPr sz="6000">
              <a:solidFill>
                <a:schemeClr val="dk2"/>
              </a:solidFill>
            </a:endParaRPr>
          </a:p>
        </p:txBody>
      </p:sp>
      <p:sp>
        <p:nvSpPr>
          <p:cNvPr id="611" name="Google Shape;611;p52"/>
          <p:cNvSpPr txBox="1"/>
          <p:nvPr/>
        </p:nvSpPr>
        <p:spPr>
          <a:xfrm>
            <a:off x="9504817" y="6391505"/>
            <a:ext cx="2307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Sidharth Krishna</a:t>
            </a:r>
            <a:endParaRPr sz="23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2" name="Google Shape;612;p52"/>
          <p:cNvSpPr txBox="1"/>
          <p:nvPr/>
        </p:nvSpPr>
        <p:spPr>
          <a:xfrm>
            <a:off x="304800" y="6391508"/>
            <a:ext cx="39948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1219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Patrick Elser</a:t>
            </a:r>
            <a:endParaRPr sz="23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3" name="Google Shape;613;p52"/>
          <p:cNvSpPr txBox="1"/>
          <p:nvPr/>
        </p:nvSpPr>
        <p:spPr>
          <a:xfrm>
            <a:off x="1114625" y="5134050"/>
            <a:ext cx="10362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Improvements to BEACON, a directed greybox fuzzer</a:t>
            </a:r>
            <a:endParaRPr sz="22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3"/>
          <p:cNvSpPr txBox="1"/>
          <p:nvPr>
            <p:ph type="title"/>
          </p:nvPr>
        </p:nvSpPr>
        <p:spPr>
          <a:xfrm>
            <a:off x="1856801" y="1115433"/>
            <a:ext cx="4273500" cy="17148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overview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19" name="Google Shape;619;p53"/>
          <p:cNvSpPr txBox="1"/>
          <p:nvPr/>
        </p:nvSpPr>
        <p:spPr>
          <a:xfrm>
            <a:off x="6250100" y="3742475"/>
            <a:ext cx="56406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Overview of BEACON</a:t>
            </a:r>
            <a:endParaRPr sz="30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Problems in BEACON</a:t>
            </a:r>
            <a:endParaRPr sz="30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Our Solutions</a:t>
            </a:r>
            <a:endParaRPr sz="30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Implementation So Far</a:t>
            </a:r>
            <a:endParaRPr sz="30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"/>
          <p:cNvSpPr txBox="1"/>
          <p:nvPr>
            <p:ph type="title"/>
          </p:nvPr>
        </p:nvSpPr>
        <p:spPr>
          <a:xfrm>
            <a:off x="1822500" y="1104850"/>
            <a:ext cx="10231500" cy="17838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/>
              <a:t>Paper:</a:t>
            </a:r>
            <a:br>
              <a:rPr lang="en-US" sz="3700"/>
            </a:br>
            <a:r>
              <a:rPr lang="en-US" sz="3700">
                <a:solidFill>
                  <a:schemeClr val="dk2"/>
                </a:solidFill>
              </a:rPr>
              <a:t>BEACON :</a:t>
            </a:r>
            <a:r>
              <a:rPr lang="en-US" sz="3700"/>
              <a:t> Directed </a:t>
            </a:r>
            <a:r>
              <a:rPr lang="en-US" sz="3700">
                <a:solidFill>
                  <a:schemeClr val="dk2"/>
                </a:solidFill>
              </a:rPr>
              <a:t>Grey-Box Fuzzing</a:t>
            </a:r>
            <a:r>
              <a:rPr lang="en-US" sz="3700"/>
              <a:t> with Provable Path Pruning</a:t>
            </a:r>
            <a:endParaRPr sz="3700">
              <a:solidFill>
                <a:schemeClr val="dk2"/>
              </a:solidFill>
            </a:endParaRPr>
          </a:p>
        </p:txBody>
      </p:sp>
      <p:sp>
        <p:nvSpPr>
          <p:cNvPr id="625" name="Google Shape;625;p54"/>
          <p:cNvSpPr txBox="1"/>
          <p:nvPr/>
        </p:nvSpPr>
        <p:spPr>
          <a:xfrm>
            <a:off x="1822500" y="3325825"/>
            <a:ext cx="4962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Overview:</a:t>
            </a:r>
            <a:br>
              <a:rPr lang="en-US" sz="3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</a:b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Directed grey-box fuzzers aim to efficiently test specific program locations but often suffer from the infeasible-path explosion problem. BEACON addresses this by pruning infeasible paths early, dramatically improving fuzzing efficiency.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26" name="Google Shape;62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200" y="3041050"/>
            <a:ext cx="5102400" cy="2902617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7" name="Google Shape;627;p54"/>
          <p:cNvSpPr txBox="1"/>
          <p:nvPr/>
        </p:nvSpPr>
        <p:spPr>
          <a:xfrm>
            <a:off x="2193575" y="2829650"/>
            <a:ext cx="43137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IEEE S&amp;P 2022</a:t>
            </a:r>
            <a:endParaRPr sz="12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5"/>
          <p:cNvSpPr txBox="1"/>
          <p:nvPr/>
        </p:nvSpPr>
        <p:spPr>
          <a:xfrm>
            <a:off x="479600" y="474450"/>
            <a:ext cx="7453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Why directed fuzzing?</a:t>
            </a:r>
            <a:endParaRPr sz="3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3" name="Google Shape;633;p55"/>
          <p:cNvSpPr txBox="1"/>
          <p:nvPr/>
        </p:nvSpPr>
        <p:spPr>
          <a:xfrm>
            <a:off x="479600" y="1884875"/>
            <a:ext cx="98088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Only</a:t>
            </a: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fuzz</a:t>
            </a: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newly added</a:t>
            </a: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code.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Reproduce</a:t>
            </a: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past crashes.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Focus on </a:t>
            </a: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risky or sensitive</a:t>
            </a: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functionality.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Reduce</a:t>
            </a: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time and</a:t>
            </a: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cost.</a:t>
            </a:r>
            <a:endParaRPr sz="19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6"/>
          <p:cNvSpPr txBox="1"/>
          <p:nvPr/>
        </p:nvSpPr>
        <p:spPr>
          <a:xfrm>
            <a:off x="479600" y="474450"/>
            <a:ext cx="7453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different about  </a:t>
            </a:r>
            <a:r>
              <a:rPr lang="en-US" sz="31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</a:t>
            </a:r>
            <a:r>
              <a:rPr lang="en-US" sz="3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?</a:t>
            </a:r>
            <a:endParaRPr sz="3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9" name="Google Shape;639;p56"/>
          <p:cNvSpPr txBox="1"/>
          <p:nvPr/>
        </p:nvSpPr>
        <p:spPr>
          <a:xfrm>
            <a:off x="479600" y="1884875"/>
            <a:ext cx="61203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 combines </a:t>
            </a: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static analysis </a:t>
            </a: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and </a:t>
            </a: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selective runtime instrumentation</a:t>
            </a: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to </a:t>
            </a: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prune infeasible paths.</a:t>
            </a:r>
            <a:b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</a:br>
            <a:b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</a:b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Using</a:t>
            </a: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lightweight static analysis</a:t>
            </a: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, BEACON computes sound </a:t>
            </a: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approximations</a:t>
            </a: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of variable values that make a </a:t>
            </a: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path infeasible.</a:t>
            </a:r>
            <a:endParaRPr sz="19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</a:br>
            <a:b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</a:b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Example:</a:t>
            </a: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To reach Line 8 (target), w &gt; 10 must hold at Line 7. If, at the start of the function, x is between 5 and 25, the condition cannot be met, regardless of the value of y.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0" name="Google Shape;640;p56"/>
          <p:cNvSpPr/>
          <p:nvPr/>
        </p:nvSpPr>
        <p:spPr>
          <a:xfrm>
            <a:off x="7351725" y="2402000"/>
            <a:ext cx="4139100" cy="2541900"/>
          </a:xfrm>
          <a:prstGeom prst="rect">
            <a:avLst/>
          </a:prstGeom>
          <a:solidFill>
            <a:srgbClr val="FFF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1 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lang="en-US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foo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-US">
                <a:solidFill>
                  <a:srgbClr val="9900FF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ASSERT</a:t>
            </a: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>
                <a:solidFill>
                  <a:srgbClr val="6AA84F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&lt;=5 || </a:t>
            </a:r>
            <a:r>
              <a:rPr lang="en-US">
                <a:solidFill>
                  <a:srgbClr val="6AA84F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&gt;=25) </a:t>
            </a:r>
            <a:r>
              <a:rPr lang="en-US">
                <a:solidFill>
                  <a:srgbClr val="00FF00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//Oracle</a:t>
            </a:r>
            <a:endParaRPr>
              <a:solidFill>
                <a:srgbClr val="FFD966"/>
              </a:solidFill>
              <a:highlight>
                <a:srgbClr val="FFD966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2      if (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&gt; 10)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3         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-15;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4      } else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5         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= -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+15;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6    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7      if (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&gt;10)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5200C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-US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crash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9    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10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oogle Shape;64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4827" y="1938375"/>
            <a:ext cx="5623997" cy="33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57"/>
          <p:cNvSpPr txBox="1"/>
          <p:nvPr/>
        </p:nvSpPr>
        <p:spPr>
          <a:xfrm>
            <a:off x="479600" y="609600"/>
            <a:ext cx="7453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BEACON’s </a:t>
            </a:r>
            <a:r>
              <a:rPr lang="en-US" sz="2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workflow</a:t>
            </a:r>
            <a:endParaRPr sz="25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7" name="Google Shape;647;p57"/>
          <p:cNvSpPr txBox="1"/>
          <p:nvPr/>
        </p:nvSpPr>
        <p:spPr>
          <a:xfrm>
            <a:off x="611900" y="1847275"/>
            <a:ext cx="50397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Reachability Analysis: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Remove paths that cannot reach the target at all.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Backward Interval Analysis: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Compute necessary preconditions (wp^) for reaching the target.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Instrumented Fuzzing: 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Insert assertions to abort infeasible paths early during execution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8"/>
          <p:cNvSpPr txBox="1"/>
          <p:nvPr/>
        </p:nvSpPr>
        <p:spPr>
          <a:xfrm>
            <a:off x="479600" y="609600"/>
            <a:ext cx="7453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Backward Interval Analysis</a:t>
            </a:r>
            <a:endParaRPr sz="25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3" name="Google Shape;653;p58"/>
          <p:cNvSpPr txBox="1"/>
          <p:nvPr/>
        </p:nvSpPr>
        <p:spPr>
          <a:xfrm>
            <a:off x="479600" y="1793375"/>
            <a:ext cx="56802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Propagates conditions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backwards from the target.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Uses an 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interval domain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to over-approximate possible variable values.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Ensures soundness: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any pruned path cannot reach the target.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4" name="Google Shape;654;p58"/>
          <p:cNvSpPr txBox="1"/>
          <p:nvPr/>
        </p:nvSpPr>
        <p:spPr>
          <a:xfrm>
            <a:off x="6255425" y="1844200"/>
            <a:ext cx="5546100" cy="45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Example:</a:t>
            </a:r>
            <a:endParaRPr sz="22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Target condition wp(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13,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l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18) ≡ 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●"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z &lt; 2y ∧ 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●"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 &lt; 60 ∧ 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●"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 &lt; 40 ∧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●"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 = y − x ∧ 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●"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 &gt; 10 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can be approximated as intervals: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 ∈ (10, ∞), x ∈ (-∞, 40), v ∈ (-∞, 60), 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 ∈ (-∞,100), z ∈ (-∞,200)</a:t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9"/>
          <p:cNvSpPr txBox="1"/>
          <p:nvPr/>
        </p:nvSpPr>
        <p:spPr>
          <a:xfrm>
            <a:off x="478250" y="1783750"/>
            <a:ext cx="113607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Interval abstraction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does not respect 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inter-variable relationships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and 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merging backward paths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leads to imprecise results. </a:t>
            </a:r>
            <a:b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</a:br>
            <a:b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</a:b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Relationship Preservation: 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Formally, this problem can be described as: given a path condition φ, how to compute the interval of a variable v. </a:t>
            </a:r>
            <a:b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</a:br>
            <a:b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</a:b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Tracks relationships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between variables (e.g., v = y − x) to refine intervals.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Avoids imprecise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results from conventional interval analysis.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preserves 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linear variable relationships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, improving precision.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0" name="Google Shape;660;p59"/>
          <p:cNvSpPr txBox="1"/>
          <p:nvPr/>
        </p:nvSpPr>
        <p:spPr>
          <a:xfrm>
            <a:off x="479600" y="609600"/>
            <a:ext cx="7453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Optimizations</a:t>
            </a:r>
            <a:endParaRPr sz="3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0"/>
          <p:cNvSpPr txBox="1"/>
          <p:nvPr/>
        </p:nvSpPr>
        <p:spPr>
          <a:xfrm>
            <a:off x="415650" y="1475875"/>
            <a:ext cx="113607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Bounded Disjunction:</a:t>
            </a:r>
            <a:endParaRPr sz="22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Keeps multiple path conditions separately up to a threshold τ.</a:t>
            </a:r>
            <a:endParaRPr sz="20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Comparisons show how:</a:t>
            </a:r>
            <a:endParaRPr sz="20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τ = 1 (classic interval merging)</a:t>
            </a:r>
            <a:r>
              <a:rPr lang="en-US" sz="2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→ imprecise</a:t>
            </a:r>
            <a:r>
              <a:rPr lang="en-US" sz="2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(</a:t>
            </a:r>
            <a:r>
              <a:rPr lang="en-US" sz="2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threshold </a:t>
            </a:r>
            <a:r>
              <a:rPr lang="en-US" sz="2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is</a:t>
            </a:r>
            <a:r>
              <a:rPr lang="en-US" sz="2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1 </a:t>
            </a:r>
            <a:r>
              <a:rPr lang="en-US" sz="2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for conventional method as it </a:t>
            </a:r>
            <a:r>
              <a:rPr lang="en-US" sz="2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always merges</a:t>
            </a:r>
            <a:r>
              <a:rPr lang="en-US" sz="2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).</a:t>
            </a:r>
            <a:endParaRPr sz="20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τ ≥ 2 → precise, but expensive ,</a:t>
            </a:r>
            <a:r>
              <a:rPr lang="en-US" sz="2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merges with the least interval overlap.</a:t>
            </a:r>
            <a:endParaRPr sz="20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τ = 5 → BEACON's chosen sweet spot.</a:t>
            </a:r>
            <a:endParaRPr sz="20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6" name="Google Shape;666;p60"/>
          <p:cNvSpPr txBox="1"/>
          <p:nvPr/>
        </p:nvSpPr>
        <p:spPr>
          <a:xfrm>
            <a:off x="479600" y="609600"/>
            <a:ext cx="7453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Optimizations</a:t>
            </a:r>
            <a:endParaRPr sz="25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1"/>
          <p:cNvSpPr txBox="1"/>
          <p:nvPr>
            <p:ph type="title"/>
          </p:nvPr>
        </p:nvSpPr>
        <p:spPr>
          <a:xfrm>
            <a:off x="304800" y="560022"/>
            <a:ext cx="8640300" cy="6204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CFG Representation</a:t>
            </a:r>
            <a:endParaRPr/>
          </a:p>
        </p:txBody>
      </p:sp>
      <p:sp>
        <p:nvSpPr>
          <p:cNvPr id="673" name="Google Shape;673;p61"/>
          <p:cNvSpPr/>
          <p:nvPr/>
        </p:nvSpPr>
        <p:spPr>
          <a:xfrm>
            <a:off x="304800" y="1643925"/>
            <a:ext cx="4139100" cy="2541900"/>
          </a:xfrm>
          <a:prstGeom prst="rect">
            <a:avLst/>
          </a:prstGeom>
          <a:solidFill>
            <a:srgbClr val="FFF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1 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foo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2      slowFunctionCall();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    if (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&gt; 10)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4         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-15;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5      } else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6         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= -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+15;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7    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8      if (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&gt;10)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5200C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9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-US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crash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10   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11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4" name="Google Shape;674;p61"/>
          <p:cNvSpPr/>
          <p:nvPr/>
        </p:nvSpPr>
        <p:spPr>
          <a:xfrm>
            <a:off x="7779950" y="1710125"/>
            <a:ext cx="2013000" cy="533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ed Hat Display"/>
                <a:ea typeface="Red Hat Display"/>
                <a:cs typeface="Red Hat Display"/>
                <a:sym typeface="Red Hat Display"/>
              </a:rPr>
              <a:t>y &gt; 10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5" name="Google Shape;675;p61"/>
          <p:cNvSpPr/>
          <p:nvPr/>
        </p:nvSpPr>
        <p:spPr>
          <a:xfrm>
            <a:off x="6033400" y="2732950"/>
            <a:ext cx="2013000" cy="533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ed Hat Display"/>
                <a:ea typeface="Red Hat Display"/>
                <a:cs typeface="Red Hat Display"/>
                <a:sym typeface="Red Hat Display"/>
              </a:rPr>
              <a:t>x = x - 15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6" name="Google Shape;676;p61"/>
          <p:cNvSpPr/>
          <p:nvPr/>
        </p:nvSpPr>
        <p:spPr>
          <a:xfrm>
            <a:off x="9397475" y="2773525"/>
            <a:ext cx="2013000" cy="533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ed Hat Display"/>
                <a:ea typeface="Red Hat Display"/>
                <a:cs typeface="Red Hat Display"/>
                <a:sym typeface="Red Hat Display"/>
              </a:rPr>
              <a:t>x = -x + 15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7" name="Google Shape;677;p61"/>
          <p:cNvSpPr/>
          <p:nvPr/>
        </p:nvSpPr>
        <p:spPr>
          <a:xfrm>
            <a:off x="7779950" y="3696000"/>
            <a:ext cx="2013000" cy="533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ed Hat Display"/>
                <a:ea typeface="Red Hat Display"/>
                <a:cs typeface="Red Hat Display"/>
                <a:sym typeface="Red Hat Display"/>
              </a:rPr>
              <a:t>x &gt; 10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8" name="Google Shape;678;p61"/>
          <p:cNvSpPr/>
          <p:nvPr/>
        </p:nvSpPr>
        <p:spPr>
          <a:xfrm>
            <a:off x="6061150" y="4777625"/>
            <a:ext cx="2013000" cy="533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ed Hat Display"/>
                <a:ea typeface="Red Hat Display"/>
                <a:cs typeface="Red Hat Display"/>
                <a:sym typeface="Red Hat Display"/>
              </a:rPr>
              <a:t>crash()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9" name="Google Shape;679;p61"/>
          <p:cNvSpPr/>
          <p:nvPr/>
        </p:nvSpPr>
        <p:spPr>
          <a:xfrm>
            <a:off x="7779950" y="5859250"/>
            <a:ext cx="2013000" cy="533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ed Hat Display"/>
                <a:ea typeface="Red Hat Display"/>
                <a:cs typeface="Red Hat Display"/>
                <a:sym typeface="Red Hat Display"/>
              </a:rPr>
              <a:t>end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0" name="Google Shape;680;p61"/>
          <p:cNvSpPr/>
          <p:nvPr/>
        </p:nvSpPr>
        <p:spPr>
          <a:xfrm>
            <a:off x="7779950" y="76575"/>
            <a:ext cx="2013000" cy="533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ed Hat Display"/>
                <a:ea typeface="Red Hat Display"/>
                <a:cs typeface="Red Hat Display"/>
                <a:sym typeface="Red Hat Display"/>
              </a:rPr>
              <a:t>Start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681" name="Google Shape;681;p61"/>
          <p:cNvCxnSpPr>
            <a:stCxn id="682" idx="2"/>
            <a:endCxn id="674" idx="0"/>
          </p:cNvCxnSpPr>
          <p:nvPr/>
        </p:nvCxnSpPr>
        <p:spPr>
          <a:xfrm>
            <a:off x="8786450" y="1427050"/>
            <a:ext cx="0" cy="28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3" name="Google Shape;683;p61"/>
          <p:cNvCxnSpPr>
            <a:stCxn id="674" idx="2"/>
            <a:endCxn id="675" idx="0"/>
          </p:cNvCxnSpPr>
          <p:nvPr/>
        </p:nvCxnSpPr>
        <p:spPr>
          <a:xfrm flipH="1">
            <a:off x="7039850" y="2243825"/>
            <a:ext cx="1746600" cy="48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4" name="Google Shape;684;p61"/>
          <p:cNvCxnSpPr>
            <a:stCxn id="674" idx="2"/>
            <a:endCxn id="676" idx="0"/>
          </p:cNvCxnSpPr>
          <p:nvPr/>
        </p:nvCxnSpPr>
        <p:spPr>
          <a:xfrm>
            <a:off x="8786450" y="2243825"/>
            <a:ext cx="1617600" cy="52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5" name="Google Shape;685;p61"/>
          <p:cNvCxnSpPr>
            <a:stCxn id="675" idx="2"/>
            <a:endCxn id="677" idx="0"/>
          </p:cNvCxnSpPr>
          <p:nvPr/>
        </p:nvCxnSpPr>
        <p:spPr>
          <a:xfrm>
            <a:off x="7039900" y="3266650"/>
            <a:ext cx="1746600" cy="42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" name="Google Shape;686;p61"/>
          <p:cNvCxnSpPr>
            <a:stCxn id="676" idx="2"/>
            <a:endCxn id="677" idx="0"/>
          </p:cNvCxnSpPr>
          <p:nvPr/>
        </p:nvCxnSpPr>
        <p:spPr>
          <a:xfrm flipH="1">
            <a:off x="8786375" y="3307225"/>
            <a:ext cx="1617600" cy="3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7" name="Google Shape;687;p61"/>
          <p:cNvCxnSpPr>
            <a:stCxn id="677" idx="2"/>
            <a:endCxn id="678" idx="0"/>
          </p:cNvCxnSpPr>
          <p:nvPr/>
        </p:nvCxnSpPr>
        <p:spPr>
          <a:xfrm flipH="1">
            <a:off x="7067750" y="4229700"/>
            <a:ext cx="1718700" cy="54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8" name="Google Shape;688;p61"/>
          <p:cNvCxnSpPr>
            <a:stCxn id="678" idx="2"/>
            <a:endCxn id="679" idx="0"/>
          </p:cNvCxnSpPr>
          <p:nvPr/>
        </p:nvCxnSpPr>
        <p:spPr>
          <a:xfrm>
            <a:off x="7067650" y="5311325"/>
            <a:ext cx="1718700" cy="54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9" name="Google Shape;689;p61"/>
          <p:cNvCxnSpPr>
            <a:stCxn id="677" idx="2"/>
            <a:endCxn id="679" idx="0"/>
          </p:cNvCxnSpPr>
          <p:nvPr/>
        </p:nvCxnSpPr>
        <p:spPr>
          <a:xfrm>
            <a:off x="8786450" y="4229700"/>
            <a:ext cx="0" cy="162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0" name="Google Shape;690;p61"/>
          <p:cNvSpPr/>
          <p:nvPr/>
        </p:nvSpPr>
        <p:spPr>
          <a:xfrm>
            <a:off x="9288575" y="3647875"/>
            <a:ext cx="1089000" cy="209400"/>
          </a:xfrm>
          <a:prstGeom prst="flowChartAlternateProcess">
            <a:avLst/>
          </a:prstGeom>
          <a:solidFill>
            <a:srgbClr val="F4CCCC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ed Hat Display"/>
                <a:ea typeface="Red Hat Display"/>
                <a:cs typeface="Red Hat Display"/>
                <a:sym typeface="Red Hat Display"/>
              </a:rPr>
              <a:t>(10,∞)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1" name="Google Shape;691;p61"/>
          <p:cNvSpPr/>
          <p:nvPr/>
        </p:nvSpPr>
        <p:spPr>
          <a:xfrm>
            <a:off x="7545350" y="2600375"/>
            <a:ext cx="1089000" cy="209400"/>
          </a:xfrm>
          <a:prstGeom prst="flowChartAlternateProcess">
            <a:avLst/>
          </a:prstGeom>
          <a:solidFill>
            <a:srgbClr val="F4CCCC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ed Hat Display"/>
                <a:ea typeface="Red Hat Display"/>
                <a:cs typeface="Red Hat Display"/>
                <a:sym typeface="Red Hat Display"/>
              </a:rPr>
              <a:t>(25,∞)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2" name="Google Shape;692;p61"/>
          <p:cNvSpPr/>
          <p:nvPr/>
        </p:nvSpPr>
        <p:spPr>
          <a:xfrm>
            <a:off x="10836350" y="2635400"/>
            <a:ext cx="1050900" cy="209400"/>
          </a:xfrm>
          <a:prstGeom prst="flowChartAlternateProcess">
            <a:avLst/>
          </a:prstGeom>
          <a:solidFill>
            <a:srgbClr val="F4CCCC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ed Hat Display"/>
                <a:ea typeface="Red Hat Display"/>
                <a:cs typeface="Red Hat Display"/>
                <a:sym typeface="Red Hat Display"/>
              </a:rPr>
              <a:t>(-∞,5)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3" name="Google Shape;693;p61"/>
          <p:cNvSpPr txBox="1"/>
          <p:nvPr/>
        </p:nvSpPr>
        <p:spPr>
          <a:xfrm>
            <a:off x="304800" y="4450400"/>
            <a:ext cx="5541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Problem example:</a:t>
            </a:r>
            <a:r>
              <a:rPr lang="en-US" sz="2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conventional approaches merge static analysis results from different paths. e.g., x in (-infinity, 5) and x in (25, +infinity) from Line 3 and Line 5 , which results in an imprecise result: w in ( -infinity, +infinity). </a:t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4" name="Google Shape;694;p61"/>
          <p:cNvSpPr/>
          <p:nvPr/>
        </p:nvSpPr>
        <p:spPr>
          <a:xfrm>
            <a:off x="9177150" y="1589200"/>
            <a:ext cx="1690500" cy="209400"/>
          </a:xfrm>
          <a:prstGeom prst="flowChartAlternateProcess">
            <a:avLst/>
          </a:prstGeom>
          <a:solidFill>
            <a:srgbClr val="F4CCCC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Red Hat Display"/>
                <a:ea typeface="Red Hat Display"/>
                <a:cs typeface="Red Hat Display"/>
                <a:sym typeface="Red Hat Display"/>
              </a:rPr>
              <a:t>(-∞,5)u(25,∞)</a:t>
            </a:r>
            <a:endParaRPr sz="12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5" name="Google Shape;695;p61"/>
          <p:cNvSpPr/>
          <p:nvPr/>
        </p:nvSpPr>
        <p:spPr>
          <a:xfrm>
            <a:off x="304788" y="1643925"/>
            <a:ext cx="4139100" cy="2541900"/>
          </a:xfrm>
          <a:prstGeom prst="rect">
            <a:avLst/>
          </a:prstGeom>
          <a:solidFill>
            <a:srgbClr val="FFF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1 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foo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-US">
                <a:solidFill>
                  <a:srgbClr val="9900FF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ASSERT</a:t>
            </a: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>
                <a:solidFill>
                  <a:srgbClr val="6AA84F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&lt;=5 || </a:t>
            </a:r>
            <a:r>
              <a:rPr lang="en-US">
                <a:solidFill>
                  <a:srgbClr val="6AA84F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&gt;=25)</a:t>
            </a:r>
            <a:r>
              <a:rPr lang="en-US">
                <a:solidFill>
                  <a:srgbClr val="00FF00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//Oracle</a:t>
            </a:r>
            <a:r>
              <a:rPr lang="en-US">
                <a:solidFill>
                  <a:srgbClr val="FFD966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2      slowFunctionCall();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3      if (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&gt; 10)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4         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-15;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5      } else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6         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= -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+15;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7    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8      if (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&gt;10)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5200C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9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-US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crash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10   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11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2" name="Google Shape;682;p61"/>
          <p:cNvSpPr/>
          <p:nvPr/>
        </p:nvSpPr>
        <p:spPr>
          <a:xfrm>
            <a:off x="7779950" y="893350"/>
            <a:ext cx="2013000" cy="533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ed Hat Display"/>
                <a:ea typeface="Red Hat Display"/>
                <a:cs typeface="Red Hat Display"/>
                <a:sym typeface="Red Hat Display"/>
              </a:rPr>
              <a:t>slowFunctionCall()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696" name="Google Shape;696;p61"/>
          <p:cNvCxnSpPr>
            <a:stCxn id="680" idx="2"/>
            <a:endCxn id="682" idx="0"/>
          </p:cNvCxnSpPr>
          <p:nvPr/>
        </p:nvCxnSpPr>
        <p:spPr>
          <a:xfrm>
            <a:off x="8786450" y="610275"/>
            <a:ext cx="0" cy="28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7" name="Google Shape;697;p61"/>
          <p:cNvSpPr/>
          <p:nvPr/>
        </p:nvSpPr>
        <p:spPr>
          <a:xfrm>
            <a:off x="9179771" y="483458"/>
            <a:ext cx="1690500" cy="209400"/>
          </a:xfrm>
          <a:prstGeom prst="flowChartAlternateProcess">
            <a:avLst/>
          </a:prstGeom>
          <a:solidFill>
            <a:srgbClr val="F4CCCC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Red Hat Display"/>
                <a:ea typeface="Red Hat Display"/>
                <a:cs typeface="Red Hat Display"/>
                <a:sym typeface="Red Hat Display"/>
              </a:rPr>
              <a:t>(-∞,5)u(25,∞)</a:t>
            </a:r>
            <a:endParaRPr sz="12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2"/>
          <p:cNvSpPr txBox="1"/>
          <p:nvPr/>
        </p:nvSpPr>
        <p:spPr>
          <a:xfrm>
            <a:off x="408975" y="1379675"/>
            <a:ext cx="63855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Selective Instrumentation:</a:t>
            </a:r>
            <a:endParaRPr sz="22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 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only instruments: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●"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Variable definitions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●"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Branch decisions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is where 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pruning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is 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most effective. </a:t>
            </a:r>
            <a:endParaRPr sz="22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Reduces 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runtime overhead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while pruning infeasible paths 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effectively.</a:t>
            </a:r>
            <a:endParaRPr sz="22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3" name="Google Shape;703;p62"/>
          <p:cNvSpPr txBox="1"/>
          <p:nvPr/>
        </p:nvSpPr>
        <p:spPr>
          <a:xfrm>
            <a:off x="479600" y="609600"/>
            <a:ext cx="7453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Optimizations</a:t>
            </a:r>
            <a:endParaRPr sz="25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4" name="Google Shape;704;p62"/>
          <p:cNvSpPr/>
          <p:nvPr/>
        </p:nvSpPr>
        <p:spPr>
          <a:xfrm>
            <a:off x="7351725" y="2402000"/>
            <a:ext cx="4139100" cy="2541900"/>
          </a:xfrm>
          <a:prstGeom prst="rect">
            <a:avLst/>
          </a:prstGeom>
          <a:solidFill>
            <a:srgbClr val="FFF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1 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lang="en-US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foo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-US">
                <a:solidFill>
                  <a:srgbClr val="9900FF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ASSERT</a:t>
            </a: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>
                <a:solidFill>
                  <a:srgbClr val="6AA84F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&lt;=5 || </a:t>
            </a:r>
            <a:r>
              <a:rPr lang="en-US">
                <a:solidFill>
                  <a:srgbClr val="6AA84F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&gt;=25) </a:t>
            </a:r>
            <a:r>
              <a:rPr lang="en-US">
                <a:solidFill>
                  <a:srgbClr val="00FF00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//Oracle</a:t>
            </a:r>
            <a:endParaRPr>
              <a:solidFill>
                <a:srgbClr val="FFD966"/>
              </a:solidFill>
              <a:highlight>
                <a:srgbClr val="FFD966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2      if (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&gt; 10)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3         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-15;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4      } else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5         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= -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+15;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6    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7      if (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&gt;10)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5200C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-US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crash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9    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-US">
                <a:solidFill>
                  <a:srgbClr val="9900FF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ASSERT</a:t>
            </a: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(false)  </a:t>
            </a:r>
            <a:r>
              <a:rPr lang="en-US">
                <a:solidFill>
                  <a:srgbClr val="00FF00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//Oracle</a:t>
            </a:r>
            <a:r>
              <a:rPr lang="en-US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-US">
                <a:solidFill>
                  <a:srgbClr val="FFD966"/>
                </a:solidFill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>
              <a:solidFill>
                <a:srgbClr val="FFD966"/>
              </a:solidFill>
              <a:highlight>
                <a:srgbClr val="FFD966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10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63"/>
          <p:cNvSpPr txBox="1"/>
          <p:nvPr>
            <p:ph type="title"/>
          </p:nvPr>
        </p:nvSpPr>
        <p:spPr>
          <a:xfrm>
            <a:off x="304800" y="700267"/>
            <a:ext cx="4206000" cy="7836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Problems</a:t>
            </a:r>
            <a:endParaRPr/>
          </a:p>
        </p:txBody>
      </p:sp>
      <p:sp>
        <p:nvSpPr>
          <p:cNvPr id="711" name="Google Shape;711;p63"/>
          <p:cNvSpPr txBox="1"/>
          <p:nvPr/>
        </p:nvSpPr>
        <p:spPr>
          <a:xfrm>
            <a:off x="5292325" y="1043775"/>
            <a:ext cx="6165000" cy="5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 proposes directed greybox fuzzing for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Validating new code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Reproducing crashes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Testing risky code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However, BEACON is not easy for developers to use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Docker image </a:t>
            </a:r>
            <a:r>
              <a:rPr lang="en-US" sz="18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not documented</a:t>
            </a:r>
            <a:endParaRPr sz="18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Precompiled binaries</a:t>
            </a:r>
            <a:r>
              <a:rPr lang="en-US" sz="18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not available</a:t>
            </a:r>
            <a:endParaRPr sz="18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Selecting target line is </a:t>
            </a:r>
            <a:r>
              <a:rPr lang="en-US" sz="18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tedious and fragile</a:t>
            </a:r>
            <a:endParaRPr sz="18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Requires developers to</a:t>
            </a:r>
            <a:r>
              <a:rPr lang="en-US" sz="18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set up the environment</a:t>
            </a: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for each instrumentation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 Hat Display"/>
              <a:buChar char="○"/>
            </a:pPr>
            <a:r>
              <a:rPr lang="en-US" sz="18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Multiple instrumentation steps</a:t>
            </a:r>
            <a:endParaRPr sz="18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4"/>
          <p:cNvSpPr txBox="1"/>
          <p:nvPr>
            <p:ph type="title"/>
          </p:nvPr>
        </p:nvSpPr>
        <p:spPr>
          <a:xfrm>
            <a:off x="304800" y="700267"/>
            <a:ext cx="4206000" cy="7836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Solutions</a:t>
            </a:r>
            <a:endParaRPr/>
          </a:p>
        </p:txBody>
      </p:sp>
      <p:sp>
        <p:nvSpPr>
          <p:cNvPr id="718" name="Google Shape;718;p64"/>
          <p:cNvSpPr txBox="1"/>
          <p:nvPr/>
        </p:nvSpPr>
        <p:spPr>
          <a:xfrm>
            <a:off x="5292325" y="1043775"/>
            <a:ext cx="6165000" cy="5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Integrate BEACON into existing CI/CD infrastructure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5"/>
          <p:cNvSpPr txBox="1"/>
          <p:nvPr>
            <p:ph type="title"/>
          </p:nvPr>
        </p:nvSpPr>
        <p:spPr>
          <a:xfrm>
            <a:off x="304800" y="560022"/>
            <a:ext cx="8640300" cy="6204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CI/CD</a:t>
            </a:r>
            <a:endParaRPr/>
          </a:p>
        </p:txBody>
      </p:sp>
      <p:sp>
        <p:nvSpPr>
          <p:cNvPr id="725" name="Google Shape;725;p65"/>
          <p:cNvSpPr txBox="1"/>
          <p:nvPr/>
        </p:nvSpPr>
        <p:spPr>
          <a:xfrm>
            <a:off x="304800" y="1405000"/>
            <a:ext cx="101196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CI/CD stands for Continuous Integration / Continuous Deployment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Allows for the automated actions with git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Development teams use CI/CD for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Building projects and releases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Packaging code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Linting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Updating production code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Automated Testing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And more!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CI/CD allows for easier, repeatable testing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Focus on Gitlab’s CI/CD pipelines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66"/>
          <p:cNvSpPr txBox="1"/>
          <p:nvPr>
            <p:ph type="title"/>
          </p:nvPr>
        </p:nvSpPr>
        <p:spPr>
          <a:xfrm>
            <a:off x="304800" y="560022"/>
            <a:ext cx="8640300" cy="6204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Gitlab CI/CD</a:t>
            </a:r>
            <a:endParaRPr/>
          </a:p>
        </p:txBody>
      </p:sp>
      <p:sp>
        <p:nvSpPr>
          <p:cNvPr id="732" name="Google Shape;732;p66"/>
          <p:cNvSpPr txBox="1"/>
          <p:nvPr/>
        </p:nvSpPr>
        <p:spPr>
          <a:xfrm>
            <a:off x="5571550" y="1570000"/>
            <a:ext cx="50721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Uses a yaml file at the root of the git repo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 example pipeline is shown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Stages are executed in order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Jobs within a stage are executed in parallel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scripts are run within docker containers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Each container starts with a fresh copy of the repository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Artifacts from earlier stages are carried over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Artifacts can be downloaded from Gitlab separately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3" name="Google Shape;733;p66"/>
          <p:cNvSpPr/>
          <p:nvPr/>
        </p:nvSpPr>
        <p:spPr>
          <a:xfrm>
            <a:off x="675475" y="1570000"/>
            <a:ext cx="4896000" cy="4478700"/>
          </a:xfrm>
          <a:prstGeom prst="rect">
            <a:avLst/>
          </a:prstGeom>
          <a:solidFill>
            <a:srgbClr val="FFF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stages: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-</a:t>
            </a:r>
            <a:r>
              <a:rPr lang="en-US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build</a:t>
            </a:r>
            <a:endParaRPr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-</a:t>
            </a:r>
            <a:r>
              <a:rPr lang="en-US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test</a:t>
            </a:r>
            <a:endParaRPr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build-program: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stage: </a:t>
            </a:r>
            <a:r>
              <a:rPr lang="en-US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build</a:t>
            </a:r>
            <a:endParaRPr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image: 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  name: </a:t>
            </a:r>
            <a:r>
              <a:rPr lang="en-US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patrickelser/beacon</a:t>
            </a:r>
            <a:endParaRPr>
              <a:solidFill>
                <a:srgbClr val="99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  entrypoint: [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“”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script: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  - </a:t>
            </a:r>
            <a:r>
              <a:rPr lang="en-US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/bin/bash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/beacon/beacon.sh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myFile.c</a:t>
            </a:r>
            <a:endParaRPr>
              <a:solidFill>
                <a:srgbClr val="4A86E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artifacts: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  paths: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    -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myProgram</a:t>
            </a:r>
            <a:endParaRPr>
              <a:solidFill>
                <a:srgbClr val="4A86E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    -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myProgram-ins</a:t>
            </a:r>
            <a:endParaRPr>
              <a:solidFill>
                <a:srgbClr val="4A86E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fuzz: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stage: </a:t>
            </a:r>
            <a:r>
              <a:rPr lang="en-US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test</a:t>
            </a:r>
            <a:endParaRPr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script: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  - </a:t>
            </a:r>
            <a:r>
              <a:rPr lang="en-US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echo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“TO DO”</a:t>
            </a:r>
            <a:endParaRPr>
              <a:solidFill>
                <a:srgbClr val="4A86E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7"/>
          <p:cNvSpPr txBox="1"/>
          <p:nvPr>
            <p:ph type="title"/>
          </p:nvPr>
        </p:nvSpPr>
        <p:spPr>
          <a:xfrm>
            <a:off x="304800" y="700267"/>
            <a:ext cx="4206000" cy="7836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Solutions</a:t>
            </a:r>
            <a:endParaRPr/>
          </a:p>
        </p:txBody>
      </p:sp>
      <p:sp>
        <p:nvSpPr>
          <p:cNvPr id="740" name="Google Shape;740;p67"/>
          <p:cNvSpPr txBox="1"/>
          <p:nvPr/>
        </p:nvSpPr>
        <p:spPr>
          <a:xfrm>
            <a:off x="5292325" y="1043775"/>
            <a:ext cx="6165000" cy="5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Integrate BEACON into existing CI/CD infrastructure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Makes usage easier for team members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Performs all steps automatically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Uses technologies many developers are already familiar with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</a:pPr>
            <a:r>
              <a:rPr lang="en-US"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Ensures steps are not skipped</a:t>
            </a:r>
            <a:endParaRPr sz="1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8"/>
          <p:cNvSpPr txBox="1"/>
          <p:nvPr>
            <p:ph type="title"/>
          </p:nvPr>
        </p:nvSpPr>
        <p:spPr>
          <a:xfrm>
            <a:off x="304800" y="560022"/>
            <a:ext cx="8640300" cy="6204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Remaining Problems</a:t>
            </a:r>
            <a:endParaRPr/>
          </a:p>
        </p:txBody>
      </p:sp>
      <p:sp>
        <p:nvSpPr>
          <p:cNvPr id="747" name="Google Shape;747;p68"/>
          <p:cNvSpPr txBox="1"/>
          <p:nvPr/>
        </p:nvSpPr>
        <p:spPr>
          <a:xfrm>
            <a:off x="304800" y="1405000"/>
            <a:ext cx="101196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 requires two parameters other than source code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Valid AFL fuzzing inputs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target line number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9"/>
          <p:cNvSpPr txBox="1"/>
          <p:nvPr>
            <p:ph type="title"/>
          </p:nvPr>
        </p:nvSpPr>
        <p:spPr>
          <a:xfrm>
            <a:off x="304800" y="560022"/>
            <a:ext cx="8640300" cy="6204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Remaining Problems</a:t>
            </a:r>
            <a:endParaRPr/>
          </a:p>
        </p:txBody>
      </p:sp>
      <p:sp>
        <p:nvSpPr>
          <p:cNvPr id="754" name="Google Shape;754;p69"/>
          <p:cNvSpPr txBox="1"/>
          <p:nvPr/>
        </p:nvSpPr>
        <p:spPr>
          <a:xfrm>
            <a:off x="304800" y="1405000"/>
            <a:ext cx="101196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 requires two parameters other than source code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Valid AFL fuzzing inputs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■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Create a hidden directory at the root of the repo called .fuzzing-inputs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target line number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0"/>
          <p:cNvSpPr txBox="1"/>
          <p:nvPr>
            <p:ph type="title"/>
          </p:nvPr>
        </p:nvSpPr>
        <p:spPr>
          <a:xfrm>
            <a:off x="304800" y="560022"/>
            <a:ext cx="8640300" cy="6204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Target Line Number Problem</a:t>
            </a:r>
            <a:endParaRPr/>
          </a:p>
        </p:txBody>
      </p:sp>
      <p:sp>
        <p:nvSpPr>
          <p:cNvPr id="761" name="Google Shape;761;p70"/>
          <p:cNvSpPr txBox="1"/>
          <p:nvPr/>
        </p:nvSpPr>
        <p:spPr>
          <a:xfrm>
            <a:off x="304800" y="1405000"/>
            <a:ext cx="101196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 expects the target line number and file to be provided statically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Target line numbers can change frequently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As patches are applied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As code is reorganized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Upon linting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Statically determining this line number is infeasible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1"/>
          <p:cNvSpPr txBox="1"/>
          <p:nvPr>
            <p:ph type="title"/>
          </p:nvPr>
        </p:nvSpPr>
        <p:spPr>
          <a:xfrm>
            <a:off x="304800" y="560022"/>
            <a:ext cx="8640300" cy="9942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Target Line Number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71"/>
          <p:cNvSpPr txBox="1"/>
          <p:nvPr/>
        </p:nvSpPr>
        <p:spPr>
          <a:xfrm>
            <a:off x="304800" y="1405000"/>
            <a:ext cx="50739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Mark the target line with a comment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Allows for flexibility as code is moved around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“Set it and forget it”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When BEACON is run, the code is scanned for the specific comment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//?BEACON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Line number and file are noted, and used for the debug process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69" name="Google Shape;769;p71"/>
          <p:cNvSpPr/>
          <p:nvPr/>
        </p:nvSpPr>
        <p:spPr>
          <a:xfrm>
            <a:off x="7351725" y="2402000"/>
            <a:ext cx="4139100" cy="2541900"/>
          </a:xfrm>
          <a:prstGeom prst="rect">
            <a:avLst/>
          </a:prstGeom>
          <a:solidFill>
            <a:srgbClr val="FFF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1 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lang="en-US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foo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>
                <a:solidFill>
                  <a:srgbClr val="4A86E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-US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ASSERT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&lt;=5 ||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&gt;=25) </a:t>
            </a:r>
            <a:r>
              <a:rPr lang="en-US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//Oracle</a:t>
            </a:r>
            <a:endParaRPr>
              <a:solidFill>
                <a:srgbClr val="FFD9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2      if (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&gt; 10)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3         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-15;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4      } else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5          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= -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+15;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6    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7      if (</a:t>
            </a:r>
            <a:r>
              <a:rPr lang="en-US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&gt;10)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-US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crash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(); </a:t>
            </a:r>
            <a:r>
              <a:rPr lang="en-US">
                <a:solidFill>
                  <a:srgbClr val="00FF00"/>
                </a:solidFill>
                <a:highlight>
                  <a:srgbClr val="FFE599"/>
                </a:highlight>
                <a:latin typeface="Roboto Mono"/>
                <a:ea typeface="Roboto Mono"/>
                <a:cs typeface="Roboto Mono"/>
                <a:sym typeface="Roboto Mono"/>
              </a:rPr>
              <a:t>//?BEACON</a:t>
            </a:r>
            <a:endParaRPr>
              <a:solidFill>
                <a:srgbClr val="00FF00"/>
              </a:solidFill>
              <a:highlight>
                <a:srgbClr val="FFE599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9      }</a:t>
            </a:r>
            <a:endParaRPr>
              <a:solidFill>
                <a:srgbClr val="FFD966"/>
              </a:solidFill>
              <a:highlight>
                <a:srgbClr val="FFD966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10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72"/>
          <p:cNvSpPr txBox="1"/>
          <p:nvPr>
            <p:ph type="title"/>
          </p:nvPr>
        </p:nvSpPr>
        <p:spPr>
          <a:xfrm>
            <a:off x="304800" y="261897"/>
            <a:ext cx="4599600" cy="16131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Contribution</a:t>
            </a:r>
            <a:endParaRPr/>
          </a:p>
        </p:txBody>
      </p:sp>
      <p:sp>
        <p:nvSpPr>
          <p:cNvPr id="775" name="Google Shape;775;p72"/>
          <p:cNvSpPr txBox="1"/>
          <p:nvPr/>
        </p:nvSpPr>
        <p:spPr>
          <a:xfrm>
            <a:off x="5044525" y="537200"/>
            <a:ext cx="6642900" cy="58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Our contributions so far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Make a docker container with BEACON and necessary tools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3"/>
          <p:cNvSpPr txBox="1"/>
          <p:nvPr>
            <p:ph type="title"/>
          </p:nvPr>
        </p:nvSpPr>
        <p:spPr>
          <a:xfrm>
            <a:off x="304800" y="560022"/>
            <a:ext cx="8640300" cy="9942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Dockerfile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73"/>
          <p:cNvSpPr txBox="1"/>
          <p:nvPr/>
        </p:nvSpPr>
        <p:spPr>
          <a:xfrm>
            <a:off x="304800" y="1405000"/>
            <a:ext cx="50739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dockerfile on the left is out container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 can find the container on dockerhub at patrickelser/beacon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783" name="Google Shape;78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7650" y="371000"/>
            <a:ext cx="5822326" cy="6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4"/>
          <p:cNvSpPr txBox="1"/>
          <p:nvPr>
            <p:ph type="title"/>
          </p:nvPr>
        </p:nvSpPr>
        <p:spPr>
          <a:xfrm>
            <a:off x="304800" y="560022"/>
            <a:ext cx="8640300" cy="9942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Dockerfile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74"/>
          <p:cNvSpPr txBox="1"/>
          <p:nvPr/>
        </p:nvSpPr>
        <p:spPr>
          <a:xfrm>
            <a:off x="304800" y="1405000"/>
            <a:ext cx="50739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dockerfile on the left is out container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 can find the container on dockerhub at patrickelser/beacon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791" name="Google Shape;791;p74"/>
          <p:cNvPicPr preferRelativeResize="0"/>
          <p:nvPr/>
        </p:nvPicPr>
        <p:blipFill rotWithShape="1">
          <a:blip r:embed="rId3">
            <a:alphaModFix/>
          </a:blip>
          <a:srcRect b="71788" l="0" r="0" t="0"/>
          <a:stretch/>
        </p:blipFill>
        <p:spPr>
          <a:xfrm>
            <a:off x="257325" y="3096350"/>
            <a:ext cx="11746976" cy="3481176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74"/>
          <p:cNvSpPr txBox="1"/>
          <p:nvPr/>
        </p:nvSpPr>
        <p:spPr>
          <a:xfrm>
            <a:off x="6033400" y="1405000"/>
            <a:ext cx="50739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First, dependent packages and versions are installed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LLVM 4.0.0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C++ 17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5"/>
          <p:cNvSpPr txBox="1"/>
          <p:nvPr>
            <p:ph type="title"/>
          </p:nvPr>
        </p:nvSpPr>
        <p:spPr>
          <a:xfrm>
            <a:off x="304800" y="560022"/>
            <a:ext cx="8640300" cy="9942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Dockerfile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75"/>
          <p:cNvSpPr txBox="1"/>
          <p:nvPr/>
        </p:nvSpPr>
        <p:spPr>
          <a:xfrm>
            <a:off x="304800" y="1405000"/>
            <a:ext cx="44973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dockerfile on the left is out container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 can find the container on dockerhub at patrickelser/beacon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Second, BEACON is build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SVF is also pulled and built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800" name="Google Shape;800;p75"/>
          <p:cNvPicPr preferRelativeResize="0"/>
          <p:nvPr/>
        </p:nvPicPr>
        <p:blipFill rotWithShape="1">
          <a:blip r:embed="rId3">
            <a:alphaModFix/>
          </a:blip>
          <a:srcRect b="21016" l="0" r="49768" t="38072"/>
          <a:stretch/>
        </p:blipFill>
        <p:spPr>
          <a:xfrm>
            <a:off x="5108627" y="609600"/>
            <a:ext cx="6880301" cy="5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6"/>
          <p:cNvSpPr txBox="1"/>
          <p:nvPr>
            <p:ph type="title"/>
          </p:nvPr>
        </p:nvSpPr>
        <p:spPr>
          <a:xfrm>
            <a:off x="304800" y="560022"/>
            <a:ext cx="8640300" cy="9942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Dockerfile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76"/>
          <p:cNvSpPr txBox="1"/>
          <p:nvPr/>
        </p:nvSpPr>
        <p:spPr>
          <a:xfrm>
            <a:off x="304800" y="1405000"/>
            <a:ext cx="50739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dockerfile on the left is out container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 can find the container on dockerhub at patrickelser/beacon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Finally, our tooling as added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LineNumber finds the //?BEACON comments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beacon.sh is our script that automates the build process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808" name="Google Shape;808;p76"/>
          <p:cNvPicPr preferRelativeResize="0"/>
          <p:nvPr/>
        </p:nvPicPr>
        <p:blipFill rotWithShape="1">
          <a:blip r:embed="rId3">
            <a:alphaModFix/>
          </a:blip>
          <a:srcRect b="0" l="0" r="61887" t="78663"/>
          <a:stretch/>
        </p:blipFill>
        <p:spPr>
          <a:xfrm>
            <a:off x="5612850" y="1146523"/>
            <a:ext cx="6274352" cy="3689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7"/>
          <p:cNvSpPr txBox="1"/>
          <p:nvPr>
            <p:ph type="title"/>
          </p:nvPr>
        </p:nvSpPr>
        <p:spPr>
          <a:xfrm>
            <a:off x="304800" y="261897"/>
            <a:ext cx="4599600" cy="16131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Contribution</a:t>
            </a:r>
            <a:endParaRPr/>
          </a:p>
        </p:txBody>
      </p:sp>
      <p:sp>
        <p:nvSpPr>
          <p:cNvPr id="814" name="Google Shape;814;p77"/>
          <p:cNvSpPr txBox="1"/>
          <p:nvPr/>
        </p:nvSpPr>
        <p:spPr>
          <a:xfrm>
            <a:off x="5044525" y="537200"/>
            <a:ext cx="6642900" cy="58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Our contributions so far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Make a docker container with BEACON and necessary tools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Create a script to automate the steps of compilation and beacon instrumentation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78"/>
          <p:cNvSpPr txBox="1"/>
          <p:nvPr>
            <p:ph type="title"/>
          </p:nvPr>
        </p:nvSpPr>
        <p:spPr>
          <a:xfrm>
            <a:off x="304800" y="560022"/>
            <a:ext cx="8640300" cy="9942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beacon.sh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1" name="Google Shape;82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475" y="1480599"/>
            <a:ext cx="11273051" cy="44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9"/>
          <p:cNvSpPr txBox="1"/>
          <p:nvPr>
            <p:ph type="title"/>
          </p:nvPr>
        </p:nvSpPr>
        <p:spPr>
          <a:xfrm>
            <a:off x="304800" y="261897"/>
            <a:ext cx="4599600" cy="16131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Contribution</a:t>
            </a:r>
            <a:endParaRPr/>
          </a:p>
        </p:txBody>
      </p:sp>
      <p:sp>
        <p:nvSpPr>
          <p:cNvPr id="827" name="Google Shape;827;p79"/>
          <p:cNvSpPr txBox="1"/>
          <p:nvPr/>
        </p:nvSpPr>
        <p:spPr>
          <a:xfrm>
            <a:off x="5044525" y="537200"/>
            <a:ext cx="6642900" cy="58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Our contributions so far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Make a docker container with BEACON and necessary tools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Create a script to automate the steps of compilation and beacon instrumentation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Integrate into a Gitlab CI/CD pipeline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80"/>
          <p:cNvSpPr txBox="1"/>
          <p:nvPr>
            <p:ph type="title"/>
          </p:nvPr>
        </p:nvSpPr>
        <p:spPr>
          <a:xfrm>
            <a:off x="304800" y="261897"/>
            <a:ext cx="4599600" cy="16131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Contribution</a:t>
            </a:r>
            <a:endParaRPr/>
          </a:p>
        </p:txBody>
      </p:sp>
      <p:sp>
        <p:nvSpPr>
          <p:cNvPr id="833" name="Google Shape;833;p80"/>
          <p:cNvSpPr txBox="1"/>
          <p:nvPr/>
        </p:nvSpPr>
        <p:spPr>
          <a:xfrm>
            <a:off x="43375" y="3740975"/>
            <a:ext cx="6052500" cy="58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Our contributions so far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Make a docker container with BEACON and necessary tools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Create a script to automate the steps of compilation and beacon instrumentation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Integrate into a Gitlab CI/CD pipeline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○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Create a program that searches for the target line comment and feeds it to BEACON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834" name="Google Shape;83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775" y="577300"/>
            <a:ext cx="5974900" cy="61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81"/>
          <p:cNvSpPr txBox="1"/>
          <p:nvPr>
            <p:ph type="title"/>
          </p:nvPr>
        </p:nvSpPr>
        <p:spPr>
          <a:xfrm>
            <a:off x="304800" y="560022"/>
            <a:ext cx="8640300" cy="9942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Gitlab CI/CD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81"/>
          <p:cNvSpPr txBox="1"/>
          <p:nvPr/>
        </p:nvSpPr>
        <p:spPr>
          <a:xfrm>
            <a:off x="1035100" y="1264400"/>
            <a:ext cx="10416600" cy="4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ed Hat Display"/>
              <a:buChar char="●"/>
            </a:pP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Live Demo!</a:t>
            </a:r>
            <a:endParaRPr sz="24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2"/>
          <p:cNvSpPr txBox="1"/>
          <p:nvPr>
            <p:ph type="title"/>
          </p:nvPr>
        </p:nvSpPr>
        <p:spPr>
          <a:xfrm>
            <a:off x="304800" y="560022"/>
            <a:ext cx="8640300" cy="9942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Video Backup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8" name="Google Shape;848;p82" title="2025-11-25 00-34-5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2463" y="1320072"/>
            <a:ext cx="8887072" cy="499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83"/>
          <p:cNvSpPr txBox="1"/>
          <p:nvPr>
            <p:ph type="title"/>
          </p:nvPr>
        </p:nvSpPr>
        <p:spPr>
          <a:xfrm>
            <a:off x="304800" y="560022"/>
            <a:ext cx="8640300" cy="9942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Left To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83"/>
          <p:cNvSpPr txBox="1"/>
          <p:nvPr/>
        </p:nvSpPr>
        <p:spPr>
          <a:xfrm>
            <a:off x="1035100" y="1264400"/>
            <a:ext cx="10416600" cy="4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ed Hat Display"/>
              <a:buChar char="●"/>
            </a:pP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Integrate with CMake</a:t>
            </a:r>
            <a:endParaRPr sz="24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ed Hat Display"/>
              <a:buChar char="○"/>
            </a:pP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current solution only works for single-file projects</a:t>
            </a:r>
            <a:endParaRPr sz="24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ed Hat Display"/>
              <a:buChar char="○"/>
            </a:pP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BEACON+CMake is working on the command line, just need to automate</a:t>
            </a:r>
            <a:endParaRPr sz="24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ed Hat Display"/>
              <a:buChar char="●"/>
            </a:pP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Implement Fuzzing Stage</a:t>
            </a:r>
            <a:endParaRPr sz="24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ed Hat Display"/>
              <a:buChar char="○"/>
            </a:pP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Currently, we only instrument the binaries, and do not fuzz</a:t>
            </a:r>
            <a:endParaRPr sz="24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ed Hat Display"/>
              <a:buChar char="○"/>
            </a:pP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 just uses AFL for fuzzing, which is well documented</a:t>
            </a:r>
            <a:endParaRPr sz="24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ed Hat Display"/>
              <a:buChar char="○"/>
            </a:pP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May require a switch to my personal self-hosted Gitlab for cost reasons</a:t>
            </a:r>
            <a:endParaRPr sz="24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84"/>
          <p:cNvSpPr txBox="1"/>
          <p:nvPr>
            <p:ph type="title"/>
          </p:nvPr>
        </p:nvSpPr>
        <p:spPr>
          <a:xfrm>
            <a:off x="368550" y="553475"/>
            <a:ext cx="11454900" cy="7449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Thank You!</a:t>
            </a:r>
            <a:endParaRPr sz="3600"/>
          </a:p>
        </p:txBody>
      </p:sp>
      <p:sp>
        <p:nvSpPr>
          <p:cNvPr id="862" name="Google Shape;862;p84"/>
          <p:cNvSpPr txBox="1"/>
          <p:nvPr/>
        </p:nvSpPr>
        <p:spPr>
          <a:xfrm>
            <a:off x="989250" y="2745000"/>
            <a:ext cx="10213500" cy="2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Questions?</a:t>
            </a:r>
            <a:endParaRPr sz="2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85"/>
          <p:cNvSpPr txBox="1"/>
          <p:nvPr>
            <p:ph type="title"/>
          </p:nvPr>
        </p:nvSpPr>
        <p:spPr>
          <a:xfrm>
            <a:off x="3231600" y="729575"/>
            <a:ext cx="7681200" cy="47811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Methodology Details: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Simple language model:</a:t>
            </a:r>
            <a:r>
              <a:rPr lang="en-US" sz="2200">
                <a:solidFill>
                  <a:schemeClr val="lt1"/>
                </a:solidFill>
              </a:rPr>
              <a:t> Programs reduced to assignments, assumes, and non-deterministic branches.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Predicate transformers: </a:t>
            </a:r>
            <a:r>
              <a:rPr lang="en-US" sz="2200">
                <a:solidFill>
                  <a:schemeClr val="lt1"/>
                </a:solidFill>
              </a:rPr>
              <a:t>Standard approach to compute weakest preconditions.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JoinPaths function:</a:t>
            </a:r>
            <a:r>
              <a:rPr lang="en-US" sz="2200">
                <a:solidFill>
                  <a:schemeClr val="lt1"/>
                </a:solidFill>
              </a:rPr>
              <a:t> Handles merging of interval abstractions while respecting bounded disjunction.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Instrumentation:</a:t>
            </a:r>
            <a:r>
              <a:rPr lang="en-US" sz="2200">
                <a:solidFill>
                  <a:schemeClr val="lt1"/>
                </a:solidFill>
              </a:rPr>
              <a:t> Precondition checks inserted post variable definitions or at unreachable branches.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86"/>
          <p:cNvSpPr txBox="1"/>
          <p:nvPr>
            <p:ph type="title"/>
          </p:nvPr>
        </p:nvSpPr>
        <p:spPr>
          <a:xfrm>
            <a:off x="304800" y="560022"/>
            <a:ext cx="8640300" cy="10050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Backward Interval Analysis</a:t>
            </a:r>
            <a:endParaRPr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4" name="Google Shape;87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000" y="1250374"/>
            <a:ext cx="7585201" cy="50945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87"/>
          <p:cNvSpPr txBox="1"/>
          <p:nvPr>
            <p:ph idx="1" type="subTitle"/>
          </p:nvPr>
        </p:nvSpPr>
        <p:spPr>
          <a:xfrm>
            <a:off x="4299600" y="3279675"/>
            <a:ext cx="6240300" cy="19395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AFLGo [1] and Hawkeye [2] are two recent directed grey-box fuzzers that prioritize inputs so that inputs closer to the target code can be executed in a high priority.</a:t>
            </a:r>
            <a:endParaRPr/>
          </a:p>
        </p:txBody>
      </p:sp>
      <p:sp>
        <p:nvSpPr>
          <p:cNvPr id="880" name="Google Shape;880;p87"/>
          <p:cNvSpPr txBox="1"/>
          <p:nvPr>
            <p:ph type="title"/>
          </p:nvPr>
        </p:nvSpPr>
        <p:spPr>
          <a:xfrm>
            <a:off x="4796642" y="131192"/>
            <a:ext cx="6621900" cy="783600"/>
          </a:xfrm>
          <a:prstGeom prst="rect">
            <a:avLst/>
          </a:prstGeom>
        </p:spPr>
        <p:txBody>
          <a:bodyPr anchorCtr="0" anchor="b" bIns="0" lIns="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Evaluation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881" name="Google Shape;88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200" y="1082833"/>
            <a:ext cx="6686550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Google Shape;88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4150" y="1102575"/>
            <a:ext cx="6315075" cy="43243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7" name="Google Shape;887;p88"/>
          <p:cNvSpPr txBox="1"/>
          <p:nvPr>
            <p:ph type="title"/>
          </p:nvPr>
        </p:nvSpPr>
        <p:spPr>
          <a:xfrm>
            <a:off x="82692" y="299392"/>
            <a:ext cx="6621900" cy="7173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2"/>
                </a:solidFill>
              </a:rPr>
              <a:t>Evaluation</a:t>
            </a:r>
            <a:endParaRPr sz="3400">
              <a:solidFill>
                <a:schemeClr val="dk2"/>
              </a:solidFill>
            </a:endParaRPr>
          </a:p>
        </p:txBody>
      </p:sp>
      <p:sp>
        <p:nvSpPr>
          <p:cNvPr id="888" name="Google Shape;888;p88"/>
          <p:cNvSpPr txBox="1"/>
          <p:nvPr/>
        </p:nvSpPr>
        <p:spPr>
          <a:xfrm>
            <a:off x="82700" y="1102575"/>
            <a:ext cx="50667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Benchmarks:</a:t>
            </a: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51</a:t>
            </a: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vulnerabilities across</a:t>
            </a:r>
            <a:r>
              <a:rPr lang="en-US"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14 </a:t>
            </a: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real-world programs</a:t>
            </a:r>
            <a:endParaRPr sz="24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Configuration:</a:t>
            </a: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Threshold</a:t>
            </a: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for bounded disjunction = </a:t>
            </a:r>
            <a:r>
              <a:rPr lang="en-US"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5; </a:t>
            </a: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experiments </a:t>
            </a:r>
            <a:r>
              <a:rPr lang="en-US"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run 10 times</a:t>
            </a: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each, </a:t>
            </a:r>
            <a:r>
              <a:rPr lang="en-US"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seeds</a:t>
            </a: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provided by </a:t>
            </a:r>
            <a:r>
              <a:rPr lang="en-US"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AFLGo</a:t>
            </a: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in their Github repository with a time budget of</a:t>
            </a:r>
            <a:r>
              <a:rPr lang="en-US"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120 hours.</a:t>
            </a:r>
            <a:b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</a:br>
            <a:b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</a:br>
            <a:r>
              <a:rPr lang="en-US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All experiments were conducted on an Intel Xeon(R) computer with an E5-1620 v3 CPU and 64GB of memory running Ubuntu 16.04 LTS</a:t>
            </a:r>
            <a:endParaRPr sz="24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9"/>
          <p:cNvSpPr txBox="1"/>
          <p:nvPr/>
        </p:nvSpPr>
        <p:spPr>
          <a:xfrm>
            <a:off x="479600" y="304800"/>
            <a:ext cx="7453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Results</a:t>
            </a:r>
            <a:endParaRPr sz="46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894" name="Google Shape;89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0000"/>
            <a:ext cx="5551050" cy="5355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5" name="Google Shape;895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4338" y="1350000"/>
            <a:ext cx="6181725" cy="46386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90"/>
          <p:cNvSpPr txBox="1"/>
          <p:nvPr/>
        </p:nvSpPr>
        <p:spPr>
          <a:xfrm>
            <a:off x="479600" y="304800"/>
            <a:ext cx="7453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Results</a:t>
            </a:r>
            <a:endParaRPr sz="46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01" name="Google Shape;901;p90"/>
          <p:cNvSpPr txBox="1"/>
          <p:nvPr/>
        </p:nvSpPr>
        <p:spPr>
          <a:xfrm>
            <a:off x="359600" y="1605000"/>
            <a:ext cx="72759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●"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AFLGo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fails on 34/51 CVEs</a:t>
            </a:r>
            <a:endParaRPr sz="22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●"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 finds all 51, 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23 within 5 hours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, 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33 in 24 hours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(including static analysis). 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●"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Speedup: 1.2× – 68.5×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, average 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11.5× .</a:t>
            </a:r>
            <a:endParaRPr sz="22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●"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Over 80%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of paths 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pruned at runtime.</a:t>
            </a:r>
            <a:endParaRPr sz="22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●"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Precondition analysis in BEACON is 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at most 5 hours.</a:t>
            </a:r>
            <a:endParaRPr sz="22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●"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 uncovered: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○"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14 incomplete fixes.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○"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8 additional bugs.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○"/>
            </a:pP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10 new CVEs assigned.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"/>
              <a:buChar char="●"/>
            </a:pP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 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needs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less coverage 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because it</a:t>
            </a:r>
            <a:r>
              <a:rPr lang="en-US" sz="2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avoids infeasible paths</a:t>
            </a:r>
            <a:r>
              <a:rPr lang="en-US" sz="2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(91.2% on average) .</a:t>
            </a:r>
            <a:endParaRPr sz="2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02" name="Google Shape;90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250" y="2213650"/>
            <a:ext cx="4498949" cy="2194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91"/>
          <p:cNvSpPr txBox="1"/>
          <p:nvPr/>
        </p:nvSpPr>
        <p:spPr>
          <a:xfrm>
            <a:off x="304800" y="253225"/>
            <a:ext cx="7994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Compared to AFL, AFL++, and Mopt:</a:t>
            </a:r>
            <a:endParaRPr sz="19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08" name="Google Shape;90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6050" y="381850"/>
            <a:ext cx="4814625" cy="617134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909" name="Google Shape;909;p91"/>
          <p:cNvGraphicFramePr/>
          <p:nvPr/>
        </p:nvGraphicFramePr>
        <p:xfrm>
          <a:off x="422850" y="115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{98F3DB02-413B-42F1-A74C-54D8F323A36D}</a:tableStyleId>
              </a:tblPr>
              <a:tblGrid>
                <a:gridCol w="1169100"/>
                <a:gridCol w="873750"/>
                <a:gridCol w="2258175"/>
                <a:gridCol w="1372150"/>
              </a:tblGrid>
              <a:tr h="74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Fuzzer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Base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With BEACON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Speedup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AFL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slow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much faster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6.3×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AFL++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fast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even faster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11.86×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MOpt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fast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even faster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10.92×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92"/>
          <p:cNvSpPr txBox="1"/>
          <p:nvPr/>
        </p:nvSpPr>
        <p:spPr>
          <a:xfrm>
            <a:off x="332450" y="262850"/>
            <a:ext cx="7994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 vs Naive BEACON</a:t>
            </a:r>
            <a:endParaRPr sz="19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15" name="Google Shape;915;p92"/>
          <p:cNvSpPr txBox="1"/>
          <p:nvPr/>
        </p:nvSpPr>
        <p:spPr>
          <a:xfrm>
            <a:off x="392500" y="938800"/>
            <a:ext cx="5547900" cy="4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BEACON* disables the core static analysis features.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Results:</a:t>
            </a:r>
            <a:endParaRPr sz="19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 is 1.1–18.4× faster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 prunes 29% more paths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BEACON* cannot reproduce some CVEs at all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validates the impact of:</a:t>
            </a:r>
            <a:endParaRPr sz="19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Backward interval analysis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Relation tracking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Bounded disjunction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16" name="Google Shape;91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9938" y="609600"/>
            <a:ext cx="5773964" cy="58133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93"/>
          <p:cNvSpPr txBox="1"/>
          <p:nvPr/>
        </p:nvSpPr>
        <p:spPr>
          <a:xfrm>
            <a:off x="332450" y="262850"/>
            <a:ext cx="799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Impact of Relation Preservation, Bounded Disjunction and Threshold</a:t>
            </a:r>
            <a:endParaRPr sz="20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2" name="Google Shape;922;p93"/>
          <p:cNvSpPr txBox="1"/>
          <p:nvPr/>
        </p:nvSpPr>
        <p:spPr>
          <a:xfrm>
            <a:off x="332450" y="1441600"/>
            <a:ext cx="55479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BEACON-rp, disabled relation preservation.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BEACON-bd, disabled bounded disjunction.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Results: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</a:t>
            </a: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full version</a:t>
            </a: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performs 1.05–5.34× </a:t>
            </a: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better than versions missing these optimizations.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23" name="Google Shape;92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0225" y="865650"/>
            <a:ext cx="4389949" cy="274372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4" name="Google Shape;924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2050" y="3871525"/>
            <a:ext cx="4158351" cy="286844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5" name="Google Shape;925;p93"/>
          <p:cNvSpPr txBox="1"/>
          <p:nvPr/>
        </p:nvSpPr>
        <p:spPr>
          <a:xfrm>
            <a:off x="417400" y="4298250"/>
            <a:ext cx="5547900" cy="14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Threshold analysis shows:</a:t>
            </a:r>
            <a:endParaRPr sz="19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τ &gt; 5 improves filtration but explodes cost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ed Hat Display"/>
              <a:buChar char="●"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τ = 5 is optimal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(as found in the paper)</a:t>
            </a:r>
            <a:endParaRPr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94"/>
          <p:cNvSpPr txBox="1"/>
          <p:nvPr>
            <p:ph type="title"/>
          </p:nvPr>
        </p:nvSpPr>
        <p:spPr>
          <a:xfrm>
            <a:off x="304800" y="560022"/>
            <a:ext cx="8640300" cy="620400"/>
          </a:xfrm>
          <a:prstGeom prst="rect">
            <a:avLst/>
          </a:prstGeom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Instrumentation Overhead</a:t>
            </a:r>
            <a:endParaRPr/>
          </a:p>
        </p:txBody>
      </p:sp>
      <p:sp>
        <p:nvSpPr>
          <p:cNvPr id="932" name="Google Shape;932;p94"/>
          <p:cNvSpPr txBox="1"/>
          <p:nvPr/>
        </p:nvSpPr>
        <p:spPr>
          <a:xfrm>
            <a:off x="6525300" y="4526400"/>
            <a:ext cx="536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</a:t>
            </a:r>
            <a:r>
              <a:rPr baseline="-25000" lang="en-US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exec </a:t>
            </a:r>
            <a:r>
              <a:rPr lang="en-US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=Number of executions</a:t>
            </a:r>
            <a:endParaRPr sz="16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</a:t>
            </a:r>
            <a:r>
              <a:rPr baseline="-25000" lang="en-US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orig</a:t>
            </a:r>
            <a:r>
              <a:rPr lang="en-US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=Original  time cost</a:t>
            </a:r>
            <a:endParaRPr sz="16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</a:t>
            </a:r>
            <a:r>
              <a:rPr baseline="-25000" lang="en-US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 </a:t>
            </a:r>
            <a:r>
              <a:rPr lang="en-US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=Time cost after </a:t>
            </a:r>
            <a:r>
              <a:rPr lang="en-US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instrumentation</a:t>
            </a:r>
            <a:endParaRPr sz="16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33" name="Google Shape;933;p94"/>
          <p:cNvSpPr txBox="1"/>
          <p:nvPr/>
        </p:nvSpPr>
        <p:spPr>
          <a:xfrm>
            <a:off x="332450" y="1614975"/>
            <a:ext cx="55479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 evaluate the overhead at runtime, same inputs are run </a:t>
            </a:r>
            <a:r>
              <a:rPr lang="en-US" sz="17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against</a:t>
            </a:r>
            <a:r>
              <a:rPr lang="en-US" sz="17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2 versions of every benchmark program.</a:t>
            </a:r>
            <a:endParaRPr sz="1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One is</a:t>
            </a:r>
            <a:r>
              <a:rPr lang="en-US" sz="17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vanilla</a:t>
            </a:r>
            <a:r>
              <a:rPr lang="en-US" sz="17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and one is </a:t>
            </a:r>
            <a:r>
              <a:rPr lang="en-US" sz="17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instrumented</a:t>
            </a:r>
            <a:r>
              <a:rPr lang="en-US" sz="17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by BEACON.</a:t>
            </a:r>
            <a:endParaRPr sz="1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ed Hat Display"/>
              <a:buChar char="●"/>
            </a:pPr>
            <a:r>
              <a:rPr lang="en-US" sz="17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Max overhead:</a:t>
            </a:r>
            <a:r>
              <a:rPr lang="en-US" sz="17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9.8%</a:t>
            </a:r>
            <a:endParaRPr sz="17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ed Hat Display"/>
              <a:buChar char="●"/>
            </a:pPr>
            <a:r>
              <a:rPr lang="en-US" sz="17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Average overhead:</a:t>
            </a:r>
            <a:r>
              <a:rPr lang="en-US" sz="17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5.7%</a:t>
            </a:r>
            <a:endParaRPr sz="17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Critical point:</a:t>
            </a:r>
            <a:endParaRPr sz="17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overhead is tiny compared to the massive reduction in fuzzing time enabled by pruning.</a:t>
            </a:r>
            <a:endParaRPr sz="1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34" name="Google Shape;93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775" y="1331947"/>
            <a:ext cx="6006851" cy="310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IT">
  <a:themeElements>
    <a:clrScheme name="RIT">
      <a:dk1>
        <a:srgbClr val="000000"/>
      </a:dk1>
      <a:lt1>
        <a:srgbClr val="FFFFFF"/>
      </a:lt1>
      <a:dk2>
        <a:srgbClr val="6F706F"/>
      </a:dk2>
      <a:lt2>
        <a:srgbClr val="E7E6E6"/>
      </a:lt2>
      <a:accent1>
        <a:srgbClr val="F66900"/>
      </a:accent1>
      <a:accent2>
        <a:srgbClr val="F6BD00"/>
      </a:accent2>
      <a:accent3>
        <a:srgbClr val="C4D500"/>
      </a:accent3>
      <a:accent4>
        <a:srgbClr val="009CBD"/>
      </a:accent4>
      <a:accent5>
        <a:srgbClr val="7D54C7"/>
      </a:accent5>
      <a:accent6>
        <a:srgbClr val="70AD47"/>
      </a:accent6>
      <a:hlink>
        <a:srgbClr val="D64900"/>
      </a:hlink>
      <a:folHlink>
        <a:srgbClr val="71747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